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Lst>
  <p:notesMasterIdLst>
    <p:notesMasterId r:id="rId8"/>
  </p:notesMasterIdLst>
  <p:sldIdLst>
    <p:sldId id="257" r:id="rId3"/>
    <p:sldId id="264" r:id="rId4"/>
    <p:sldId id="265" r:id="rId5"/>
    <p:sldId id="266" r:id="rId6"/>
    <p:sldId id="267"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1419" autoAdjust="0"/>
  </p:normalViewPr>
  <p:slideViewPr>
    <p:cSldViewPr snapToGrid="0">
      <p:cViewPr>
        <p:scale>
          <a:sx n="132" d="100"/>
          <a:sy n="132" d="100"/>
        </p:scale>
        <p:origin x="504"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c3386f196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4" name="Google Shape;134;g3c3386f196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bcef32f7f6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dirty="0">
                <a:solidFill>
                  <a:schemeClr val="dk1"/>
                </a:solidFill>
              </a:rPr>
              <a:t>On this slide, I introduce our A2C implementation.</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The motivation is to extend our comparison beyond value-based methods such as DQN and DDQN. Instead of learning a Q-value for each action, A2C uses an actor-critic structure.</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The input state is the same as in our DQN setting. It is a 10-dimensional state, including 9 technical indicators and the current position. This state first goes through a shared MLP with two hidden layers. After that, the network splits into two heads.</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The actor head outputs a categorical policy over the three trading actions: Decrease, Hold, and Increase. In other words, it directly learns the probability of choosing each action.</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The critic head estimates the state value, which tells us how good the current state is expected to be.</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During training, we collect one episode rollout, compute the discounted return, and then estimate the advantage as the difference between the actual return and the critic’s value estimate. If the advantage is positive, the actor is encouraged to choose that action more often. Otherwise, the probability of that action is reduced.</a:t>
            </a:r>
          </a:p>
        </p:txBody>
      </p:sp>
      <p:sp>
        <p:nvSpPr>
          <p:cNvPr id="185" name="Google Shape;185;g3bcef32f7f6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9FFC0AD5-7CCD-53E9-CAC4-35F9239D436E}"/>
            </a:ext>
          </a:extLst>
        </p:cNvPr>
        <p:cNvGrpSpPr/>
        <p:nvPr/>
      </p:nvGrpSpPr>
      <p:grpSpPr>
        <a:xfrm>
          <a:off x="0" y="0"/>
          <a:ext cx="0" cy="0"/>
          <a:chOff x="0" y="0"/>
          <a:chExt cx="0" cy="0"/>
        </a:xfrm>
      </p:grpSpPr>
      <p:sp>
        <p:nvSpPr>
          <p:cNvPr id="184" name="Google Shape;184;g3bcef32f7f6_3_0:notes">
            <a:extLst>
              <a:ext uri="{FF2B5EF4-FFF2-40B4-BE49-F238E27FC236}">
                <a16:creationId xmlns:a16="http://schemas.microsoft.com/office/drawing/2014/main" id="{6416AC97-E8F8-5B01-A60A-9B80D27773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dirty="0">
                <a:solidFill>
                  <a:schemeClr val="dk1"/>
                </a:solidFill>
              </a:rPr>
              <a:t>Similarly, we also implement PPO to learn the policy.</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PPO uses almost the same actor-critic network structure as A2C. It still has a shared MLP, an actor head for the policy, and a critic head for the value function.</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The main difference is not the network architecture, but the policy update rule.</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A2C directly updates the actor using the estimated advantage, but this can sometimes make the policy change unstable, especially in noisy environments like stock trading.</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PPO addresses this problem by comparing the new policy with the old policy. It computes a probability ratio between them. If the new policy changes too much from the old policy, PPO clips this ratio within a fixed range.</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This clipped objective prevents overly large policy updates and usually makes training more stable. In our implementation, PPO also reuses the same rollout for multiple update epochs with mini-batches.</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So, in one sentence, A2C directly updates the actor using the advantage, while PPO stabilizes this update by clipping how much the new policy can deviate from the old policy.</a:t>
            </a:r>
            <a:endParaRPr dirty="0">
              <a:solidFill>
                <a:schemeClr val="dk1"/>
              </a:solidFill>
            </a:endParaRPr>
          </a:p>
        </p:txBody>
      </p:sp>
      <p:sp>
        <p:nvSpPr>
          <p:cNvPr id="185" name="Google Shape;185;g3bcef32f7f6_3_0:notes">
            <a:extLst>
              <a:ext uri="{FF2B5EF4-FFF2-40B4-BE49-F238E27FC236}">
                <a16:creationId xmlns:a16="http://schemas.microsoft.com/office/drawing/2014/main" id="{A7102D34-F3AB-E82F-B348-DB8C54D232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783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9C6066E-5F79-D54D-A64B-E2E3E4BFCF49}"/>
            </a:ext>
          </a:extLst>
        </p:cNvPr>
        <p:cNvGrpSpPr/>
        <p:nvPr/>
      </p:nvGrpSpPr>
      <p:grpSpPr>
        <a:xfrm>
          <a:off x="0" y="0"/>
          <a:ext cx="0" cy="0"/>
          <a:chOff x="0" y="0"/>
          <a:chExt cx="0" cy="0"/>
        </a:xfrm>
      </p:grpSpPr>
      <p:sp>
        <p:nvSpPr>
          <p:cNvPr id="184" name="Google Shape;184;g3bcef32f7f6_3_0:notes">
            <a:extLst>
              <a:ext uri="{FF2B5EF4-FFF2-40B4-BE49-F238E27FC236}">
                <a16:creationId xmlns:a16="http://schemas.microsoft.com/office/drawing/2014/main" id="{1BAED031-E6C2-9837-38E2-3844F6A83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dirty="0">
                <a:solidFill>
                  <a:schemeClr val="dk1"/>
                </a:solidFill>
              </a:rPr>
              <a:t>The results are shown in this table.</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From the results, actor-critic agents perform much better than DQN and DDQN on this AAPL test split.</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A2C achieves a cumulative return of about 152.8%, and PPO achieves about 138.2%, both much closer to buy-and-hold than the value-based RL agents.</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However, their maximum drawdowns are still close to buy-and-hold. This suggests that A2C and PPO mainly learned a long-biased policy that captured the strong upward trend of AAPL, rather than a policy with strong downside-risk control.</a:t>
            </a:r>
          </a:p>
          <a:p>
            <a:pPr marL="0" lvl="0" indent="0" algn="l" rtl="0">
              <a:lnSpc>
                <a:spcPct val="115000"/>
              </a:lnSpc>
              <a:spcBef>
                <a:spcPts val="1200"/>
              </a:spcBef>
              <a:spcAft>
                <a:spcPts val="0"/>
              </a:spcAft>
              <a:buNone/>
            </a:pPr>
            <a:endParaRPr lang="en-US" dirty="0">
              <a:solidFill>
                <a:schemeClr val="dk1"/>
              </a:solidFill>
            </a:endParaRPr>
          </a:p>
          <a:p>
            <a:pPr marL="0" lvl="0" indent="0" algn="l" rtl="0">
              <a:lnSpc>
                <a:spcPct val="115000"/>
              </a:lnSpc>
              <a:spcBef>
                <a:spcPts val="1200"/>
              </a:spcBef>
              <a:spcAft>
                <a:spcPts val="0"/>
              </a:spcAft>
              <a:buNone/>
            </a:pPr>
            <a:r>
              <a:rPr lang="en-US" dirty="0">
                <a:solidFill>
                  <a:schemeClr val="dk1"/>
                </a:solidFill>
              </a:rPr>
              <a:t>Therefore, our conclusion is that actor-critic methods improve return capture compared with DQN and DDQN, but they still do not beat the simple 20-day momentum rule in risk-adjusted performance.</a:t>
            </a:r>
            <a:endParaRPr dirty="0">
              <a:solidFill>
                <a:schemeClr val="dk1"/>
              </a:solidFill>
            </a:endParaRPr>
          </a:p>
        </p:txBody>
      </p:sp>
      <p:sp>
        <p:nvSpPr>
          <p:cNvPr id="185" name="Google Shape;185;g3bcef32f7f6_3_0:notes">
            <a:extLst>
              <a:ext uri="{FF2B5EF4-FFF2-40B4-BE49-F238E27FC236}">
                <a16:creationId xmlns:a16="http://schemas.microsoft.com/office/drawing/2014/main" id="{2F9F7A9E-1498-78FD-C2CA-5E80CFD787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0262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0C0A9AEF-81A3-CE77-2B44-49F751678634}"/>
            </a:ext>
          </a:extLst>
        </p:cNvPr>
        <p:cNvGrpSpPr/>
        <p:nvPr/>
      </p:nvGrpSpPr>
      <p:grpSpPr>
        <a:xfrm>
          <a:off x="0" y="0"/>
          <a:ext cx="0" cy="0"/>
          <a:chOff x="0" y="0"/>
          <a:chExt cx="0" cy="0"/>
        </a:xfrm>
      </p:grpSpPr>
      <p:sp>
        <p:nvSpPr>
          <p:cNvPr id="133" name="Google Shape;133;g3c3386f1961_0_6:notes">
            <a:extLst>
              <a:ext uri="{FF2B5EF4-FFF2-40B4-BE49-F238E27FC236}">
                <a16:creationId xmlns:a16="http://schemas.microsoft.com/office/drawing/2014/main" id="{ABA8DF45-A8F3-1ED9-A04C-945A7531FD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c3386f1961_0_6:notes">
            <a:extLst>
              <a:ext uri="{FF2B5EF4-FFF2-40B4-BE49-F238E27FC236}">
                <a16:creationId xmlns:a16="http://schemas.microsoft.com/office/drawing/2014/main" id="{DA9152FB-DFDD-84F6-7155-A342BAAA9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438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pic>
        <p:nvPicPr>
          <p:cNvPr id="56" name="Google Shape;56;p14"/>
          <p:cNvPicPr preferRelativeResize="0"/>
          <p:nvPr/>
        </p:nvPicPr>
        <p:blipFill rotWithShape="1">
          <a:blip r:embed="rId2">
            <a:alphaModFix/>
          </a:blip>
          <a:srcRect/>
          <a:stretch/>
        </p:blipFill>
        <p:spPr>
          <a:xfrm>
            <a:off x="-53788" y="-32870"/>
            <a:ext cx="9307943" cy="5235718"/>
          </a:xfrm>
          <a:prstGeom prst="rect">
            <a:avLst/>
          </a:prstGeom>
          <a:noFill/>
          <a:ln>
            <a:noFill/>
          </a:ln>
        </p:spPr>
      </p:pic>
      <p:sp>
        <p:nvSpPr>
          <p:cNvPr id="57" name="Google Shape;57;p14"/>
          <p:cNvSpPr/>
          <p:nvPr/>
        </p:nvSpPr>
        <p:spPr>
          <a:xfrm>
            <a:off x="-53789" y="1311970"/>
            <a:ext cx="5514846" cy="2641003"/>
          </a:xfrm>
          <a:custGeom>
            <a:avLst/>
            <a:gdLst/>
            <a:ahLst/>
            <a:cxnLst/>
            <a:rect l="l" t="t" r="r" b="b"/>
            <a:pathLst>
              <a:path w="5595117" h="1269783" extrusionOk="0">
                <a:moveTo>
                  <a:pt x="3" y="1260990"/>
                </a:moveTo>
                <a:cubicBezTo>
                  <a:pt x="2" y="924509"/>
                  <a:pt x="1" y="339714"/>
                  <a:pt x="0" y="3233"/>
                </a:cubicBezTo>
                <a:lnTo>
                  <a:pt x="5595117" y="0"/>
                </a:lnTo>
                <a:lnTo>
                  <a:pt x="5434738" y="1269783"/>
                </a:lnTo>
                <a:lnTo>
                  <a:pt x="3" y="1260990"/>
                </a:lnTo>
                <a:close/>
              </a:path>
            </a:pathLst>
          </a:custGeom>
          <a:solidFill>
            <a:srgbClr val="171616">
              <a:alpha val="4392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58" name="Google Shape;58;p14"/>
          <p:cNvSpPr txBox="1">
            <a:spLocks noGrp="1"/>
          </p:cNvSpPr>
          <p:nvPr>
            <p:ph type="ctrTitle"/>
          </p:nvPr>
        </p:nvSpPr>
        <p:spPr>
          <a:xfrm>
            <a:off x="628650" y="1627852"/>
            <a:ext cx="4832407" cy="1286772"/>
          </a:xfrm>
          <a:prstGeom prst="rect">
            <a:avLst/>
          </a:prstGeom>
          <a:noFill/>
          <a:ln>
            <a:noFill/>
          </a:ln>
          <a:effectLst>
            <a:outerShdw blurRad="50800" dist="76200" dir="2700000" algn="tl" rotWithShape="0">
              <a:srgbClr val="000000">
                <a:alpha val="40000"/>
              </a:srgbClr>
            </a:outerShdw>
          </a:effectLst>
        </p:spPr>
        <p:txBody>
          <a:bodyPr spcFirstLastPara="1" wrap="square" lIns="91425" tIns="45700" rIns="91425" bIns="45700" anchor="t" anchorCtr="0">
            <a:normAutofit/>
          </a:bodyPr>
          <a:lstStyle>
            <a:lvl1pPr lvl="0" algn="l">
              <a:lnSpc>
                <a:spcPct val="90000"/>
              </a:lnSpc>
              <a:spcBef>
                <a:spcPts val="0"/>
              </a:spcBef>
              <a:spcAft>
                <a:spcPts val="0"/>
              </a:spcAft>
              <a:buClr>
                <a:srgbClr val="F2F2F2"/>
              </a:buClr>
              <a:buSzPts val="4000"/>
              <a:buFont typeface="Arial"/>
              <a:buNone/>
              <a:defRPr sz="4000">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4"/>
          <p:cNvSpPr txBox="1">
            <a:spLocks noGrp="1"/>
          </p:cNvSpPr>
          <p:nvPr>
            <p:ph type="subTitle" idx="1"/>
          </p:nvPr>
        </p:nvSpPr>
        <p:spPr>
          <a:xfrm>
            <a:off x="628650" y="2914624"/>
            <a:ext cx="4622426" cy="897617"/>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Clr>
                <a:srgbClr val="F2F2F2"/>
              </a:buClr>
              <a:buSzPts val="1800"/>
              <a:buNone/>
              <a:defRPr sz="1800">
                <a:solidFill>
                  <a:srgbClr val="F2F2F2"/>
                </a:solidFill>
              </a:defRPr>
            </a:lvl1pPr>
            <a:lvl2pPr lvl="1" algn="ctr">
              <a:lnSpc>
                <a:spcPct val="90000"/>
              </a:lnSpc>
              <a:spcBef>
                <a:spcPts val="375"/>
              </a:spcBef>
              <a:spcAft>
                <a:spcPts val="0"/>
              </a:spcAft>
              <a:buClr>
                <a:srgbClr val="004282"/>
              </a:buClr>
              <a:buSzPts val="1500"/>
              <a:buNone/>
              <a:defRPr sz="1500"/>
            </a:lvl2pPr>
            <a:lvl3pPr lvl="2" algn="ctr">
              <a:lnSpc>
                <a:spcPct val="90000"/>
              </a:lnSpc>
              <a:spcBef>
                <a:spcPts val="375"/>
              </a:spcBef>
              <a:spcAft>
                <a:spcPts val="0"/>
              </a:spcAft>
              <a:buClr>
                <a:srgbClr val="004282"/>
              </a:buClr>
              <a:buSzPts val="1350"/>
              <a:buNone/>
              <a:defRPr sz="1350"/>
            </a:lvl3pPr>
            <a:lvl4pPr lvl="3" algn="ctr">
              <a:lnSpc>
                <a:spcPct val="90000"/>
              </a:lnSpc>
              <a:spcBef>
                <a:spcPts val="375"/>
              </a:spcBef>
              <a:spcAft>
                <a:spcPts val="0"/>
              </a:spcAft>
              <a:buClr>
                <a:srgbClr val="004282"/>
              </a:buClr>
              <a:buSzPts val="1200"/>
              <a:buNone/>
              <a:defRPr sz="1200"/>
            </a:lvl4pPr>
            <a:lvl5pPr lvl="4" algn="ctr">
              <a:lnSpc>
                <a:spcPct val="90000"/>
              </a:lnSpc>
              <a:spcBef>
                <a:spcPts val="375"/>
              </a:spcBef>
              <a:spcAft>
                <a:spcPts val="0"/>
              </a:spcAft>
              <a:buClr>
                <a:srgbClr val="00428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60" name="Google Shape;60;p14"/>
          <p:cNvSpPr txBox="1">
            <a:spLocks noGrp="1"/>
          </p:cNvSpPr>
          <p:nvPr>
            <p:ph type="sldNum" idx="12"/>
          </p:nvPr>
        </p:nvSpPr>
        <p:spPr>
          <a:xfrm>
            <a:off x="6968938"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
        <p:nvSpPr>
          <p:cNvPr id="61" name="Google Shape;61;p14"/>
          <p:cNvSpPr txBox="1"/>
          <p:nvPr/>
        </p:nvSpPr>
        <p:spPr>
          <a:xfrm>
            <a:off x="212772" y="4939290"/>
            <a:ext cx="2175596" cy="1731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CN" sz="525" b="0" i="0" u="none" strike="noStrike" cap="none">
                <a:solidFill>
                  <a:srgbClr val="262626"/>
                </a:solidFill>
                <a:latin typeface="Arial"/>
                <a:ea typeface="Arial"/>
                <a:cs typeface="Arial"/>
                <a:sym typeface="Arial"/>
              </a:rPr>
              <a:t>© Copyright National University of Singapore. All Rights Reserved.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004282"/>
              </a:buClr>
              <a:buSzPts val="2100"/>
              <a:buFont typeface="Arial"/>
              <a:buChar char="•"/>
              <a:defRPr/>
            </a:lvl1pPr>
            <a:lvl2pPr marL="914400" lvl="1" indent="-342900" algn="l">
              <a:lnSpc>
                <a:spcPct val="90000"/>
              </a:lnSpc>
              <a:spcBef>
                <a:spcPts val="375"/>
              </a:spcBef>
              <a:spcAft>
                <a:spcPts val="0"/>
              </a:spcAft>
              <a:buClr>
                <a:srgbClr val="004282"/>
              </a:buClr>
              <a:buSzPts val="1800"/>
              <a:buFont typeface="Arial"/>
              <a:buChar char="•"/>
              <a:defRPr/>
            </a:lvl2pPr>
            <a:lvl3pPr marL="1371600" lvl="2" indent="-323850" algn="l">
              <a:lnSpc>
                <a:spcPct val="90000"/>
              </a:lnSpc>
              <a:spcBef>
                <a:spcPts val="375"/>
              </a:spcBef>
              <a:spcAft>
                <a:spcPts val="0"/>
              </a:spcAft>
              <a:buClr>
                <a:srgbClr val="004282"/>
              </a:buClr>
              <a:buSzPts val="1500"/>
              <a:buFont typeface="Arial"/>
              <a:buChar char="•"/>
              <a:defRPr/>
            </a:lvl3pPr>
            <a:lvl4pPr marL="1828800" lvl="3" indent="-314325" algn="l">
              <a:lnSpc>
                <a:spcPct val="90000"/>
              </a:lnSpc>
              <a:spcBef>
                <a:spcPts val="375"/>
              </a:spcBef>
              <a:spcAft>
                <a:spcPts val="0"/>
              </a:spcAft>
              <a:buClr>
                <a:srgbClr val="004282"/>
              </a:buClr>
              <a:buSzPts val="1350"/>
              <a:buFont typeface="Arial"/>
              <a:buChar char="•"/>
              <a:defRPr/>
            </a:lvl4pPr>
            <a:lvl5pPr marL="2286000" lvl="4" indent="-314325" algn="l">
              <a:lnSpc>
                <a:spcPct val="90000"/>
              </a:lnSpc>
              <a:spcBef>
                <a:spcPts val="375"/>
              </a:spcBef>
              <a:spcAft>
                <a:spcPts val="0"/>
              </a:spcAft>
              <a:buClr>
                <a:srgbClr val="004282"/>
              </a:buClr>
              <a:buSzPts val="135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5" name="Google Shape;65;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17"/>
          <p:cNvSpPr/>
          <p:nvPr/>
        </p:nvSpPr>
        <p:spPr>
          <a:xfrm>
            <a:off x="3763108" y="164857"/>
            <a:ext cx="5208799" cy="465573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74" name="Google Shape;74;p17"/>
          <p:cNvSpPr/>
          <p:nvPr/>
        </p:nvSpPr>
        <p:spPr>
          <a:xfrm>
            <a:off x="193432" y="164856"/>
            <a:ext cx="3569677" cy="4662883"/>
          </a:xfrm>
          <a:prstGeom prst="rect">
            <a:avLst/>
          </a:prstGeom>
          <a:solidFill>
            <a:srgbClr val="3368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75" name="Google Shape;75;p17"/>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rgbClr val="004282"/>
              </a:buClr>
              <a:buSzPts val="2400"/>
              <a:buFont typeface="Arial"/>
              <a:buChar char="•"/>
              <a:defRPr sz="2400"/>
            </a:lvl1pPr>
            <a:lvl2pPr marL="914400" lvl="1" indent="-361950" algn="l">
              <a:lnSpc>
                <a:spcPct val="90000"/>
              </a:lnSpc>
              <a:spcBef>
                <a:spcPts val="375"/>
              </a:spcBef>
              <a:spcAft>
                <a:spcPts val="0"/>
              </a:spcAft>
              <a:buClr>
                <a:srgbClr val="004282"/>
              </a:buClr>
              <a:buSzPts val="2100"/>
              <a:buFont typeface="Arial"/>
              <a:buChar char="•"/>
              <a:defRPr sz="2100"/>
            </a:lvl2pPr>
            <a:lvl3pPr marL="1371600" lvl="2" indent="-342900" algn="l">
              <a:lnSpc>
                <a:spcPct val="90000"/>
              </a:lnSpc>
              <a:spcBef>
                <a:spcPts val="375"/>
              </a:spcBef>
              <a:spcAft>
                <a:spcPts val="0"/>
              </a:spcAft>
              <a:buClr>
                <a:srgbClr val="004282"/>
              </a:buClr>
              <a:buSzPts val="1800"/>
              <a:buFont typeface="Arial"/>
              <a:buChar char="•"/>
              <a:defRPr sz="1800"/>
            </a:lvl3pPr>
            <a:lvl4pPr marL="1828800" lvl="3" indent="-323850" algn="l">
              <a:lnSpc>
                <a:spcPct val="90000"/>
              </a:lnSpc>
              <a:spcBef>
                <a:spcPts val="375"/>
              </a:spcBef>
              <a:spcAft>
                <a:spcPts val="0"/>
              </a:spcAft>
              <a:buClr>
                <a:srgbClr val="004282"/>
              </a:buClr>
              <a:buSzPts val="1500"/>
              <a:buFont typeface="Arial"/>
              <a:buChar char="•"/>
              <a:defRPr sz="1500"/>
            </a:lvl4pPr>
            <a:lvl5pPr marL="2286000" lvl="4" indent="-323850" algn="l">
              <a:lnSpc>
                <a:spcPct val="90000"/>
              </a:lnSpc>
              <a:spcBef>
                <a:spcPts val="375"/>
              </a:spcBef>
              <a:spcAft>
                <a:spcPts val="0"/>
              </a:spcAft>
              <a:buClr>
                <a:srgbClr val="004282"/>
              </a:buClr>
              <a:buSzPts val="1500"/>
              <a:buFont typeface="Arial"/>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77" name="Google Shape;77;p17"/>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lt1"/>
              </a:buClr>
              <a:buSzPts val="1200"/>
              <a:buNone/>
              <a:defRPr sz="1200">
                <a:solidFill>
                  <a:schemeClr val="lt1"/>
                </a:solidFill>
              </a:defRPr>
            </a:lvl1pPr>
            <a:lvl2pPr marL="914400" lvl="1" indent="-228600" algn="l">
              <a:lnSpc>
                <a:spcPct val="90000"/>
              </a:lnSpc>
              <a:spcBef>
                <a:spcPts val="375"/>
              </a:spcBef>
              <a:spcAft>
                <a:spcPts val="0"/>
              </a:spcAft>
              <a:buClr>
                <a:srgbClr val="004282"/>
              </a:buClr>
              <a:buSzPts val="1050"/>
              <a:buNone/>
              <a:defRPr sz="1050"/>
            </a:lvl2pPr>
            <a:lvl3pPr marL="1371600" lvl="2" indent="-228600" algn="l">
              <a:lnSpc>
                <a:spcPct val="90000"/>
              </a:lnSpc>
              <a:spcBef>
                <a:spcPts val="375"/>
              </a:spcBef>
              <a:spcAft>
                <a:spcPts val="0"/>
              </a:spcAft>
              <a:buClr>
                <a:srgbClr val="004282"/>
              </a:buClr>
              <a:buSzPts val="900"/>
              <a:buNone/>
              <a:defRPr sz="900"/>
            </a:lvl3pPr>
            <a:lvl4pPr marL="1828800" lvl="3" indent="-228600" algn="l">
              <a:lnSpc>
                <a:spcPct val="90000"/>
              </a:lnSpc>
              <a:spcBef>
                <a:spcPts val="375"/>
              </a:spcBef>
              <a:spcAft>
                <a:spcPts val="0"/>
              </a:spcAft>
              <a:buClr>
                <a:srgbClr val="004282"/>
              </a:buClr>
              <a:buSzPts val="750"/>
              <a:buNone/>
              <a:defRPr sz="750"/>
            </a:lvl4pPr>
            <a:lvl5pPr marL="2286000" lvl="4" indent="-228600" algn="l">
              <a:lnSpc>
                <a:spcPct val="90000"/>
              </a:lnSpc>
              <a:spcBef>
                <a:spcPts val="375"/>
              </a:spcBef>
              <a:spcAft>
                <a:spcPts val="0"/>
              </a:spcAft>
              <a:buClr>
                <a:srgbClr val="004282"/>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8" name="Google Shape;78;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4"/>
        <p:cNvGrpSpPr/>
        <p:nvPr/>
      </p:nvGrpSpPr>
      <p:grpSpPr>
        <a:xfrm>
          <a:off x="0" y="0"/>
          <a:ext cx="0" cy="0"/>
          <a:chOff x="0" y="0"/>
          <a:chExt cx="0" cy="0"/>
        </a:xfrm>
      </p:grpSpPr>
      <p:sp>
        <p:nvSpPr>
          <p:cNvPr id="85" name="Google Shape;85;p19"/>
          <p:cNvSpPr/>
          <p:nvPr/>
        </p:nvSpPr>
        <p:spPr>
          <a:xfrm>
            <a:off x="193431" y="1268017"/>
            <a:ext cx="8778476" cy="355257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86" name="Google Shape;86;p19"/>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9"/>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004282"/>
              </a:buClr>
              <a:buSzPts val="2100"/>
              <a:buFont typeface="Arial"/>
              <a:buChar char="•"/>
              <a:defRPr/>
            </a:lvl1pPr>
            <a:lvl2pPr marL="914400" lvl="1" indent="-342900" algn="l">
              <a:lnSpc>
                <a:spcPct val="90000"/>
              </a:lnSpc>
              <a:spcBef>
                <a:spcPts val="375"/>
              </a:spcBef>
              <a:spcAft>
                <a:spcPts val="0"/>
              </a:spcAft>
              <a:buClr>
                <a:srgbClr val="004282"/>
              </a:buClr>
              <a:buSzPts val="1800"/>
              <a:buFont typeface="Arial"/>
              <a:buChar char="•"/>
              <a:defRPr/>
            </a:lvl2pPr>
            <a:lvl3pPr marL="1371600" lvl="2" indent="-323850" algn="l">
              <a:lnSpc>
                <a:spcPct val="90000"/>
              </a:lnSpc>
              <a:spcBef>
                <a:spcPts val="375"/>
              </a:spcBef>
              <a:spcAft>
                <a:spcPts val="0"/>
              </a:spcAft>
              <a:buClr>
                <a:srgbClr val="004282"/>
              </a:buClr>
              <a:buSzPts val="1500"/>
              <a:buFont typeface="Arial"/>
              <a:buChar char="•"/>
              <a:defRPr/>
            </a:lvl3pPr>
            <a:lvl4pPr marL="1828800" lvl="3" indent="-314325" algn="l">
              <a:lnSpc>
                <a:spcPct val="90000"/>
              </a:lnSpc>
              <a:spcBef>
                <a:spcPts val="375"/>
              </a:spcBef>
              <a:spcAft>
                <a:spcPts val="0"/>
              </a:spcAft>
              <a:buClr>
                <a:srgbClr val="004282"/>
              </a:buClr>
              <a:buSzPts val="1350"/>
              <a:buFont typeface="Arial"/>
              <a:buChar char="•"/>
              <a:defRPr/>
            </a:lvl4pPr>
            <a:lvl5pPr marL="2286000" lvl="4" indent="-314325" algn="l">
              <a:lnSpc>
                <a:spcPct val="90000"/>
              </a:lnSpc>
              <a:spcBef>
                <a:spcPts val="375"/>
              </a:spcBef>
              <a:spcAft>
                <a:spcPts val="0"/>
              </a:spcAft>
              <a:buClr>
                <a:srgbClr val="004282"/>
              </a:buClr>
              <a:buSzPts val="135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8" name="Google Shape;88;p19"/>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004282"/>
              </a:buClr>
              <a:buSzPts val="2100"/>
              <a:buFont typeface="Arial"/>
              <a:buChar char="•"/>
              <a:defRPr/>
            </a:lvl1pPr>
            <a:lvl2pPr marL="914400" lvl="1" indent="-342900" algn="l">
              <a:lnSpc>
                <a:spcPct val="90000"/>
              </a:lnSpc>
              <a:spcBef>
                <a:spcPts val="375"/>
              </a:spcBef>
              <a:spcAft>
                <a:spcPts val="0"/>
              </a:spcAft>
              <a:buClr>
                <a:srgbClr val="004282"/>
              </a:buClr>
              <a:buSzPts val="1800"/>
              <a:buFont typeface="Arial"/>
              <a:buChar char="•"/>
              <a:defRPr/>
            </a:lvl2pPr>
            <a:lvl3pPr marL="1371600" lvl="2" indent="-323850" algn="l">
              <a:lnSpc>
                <a:spcPct val="90000"/>
              </a:lnSpc>
              <a:spcBef>
                <a:spcPts val="375"/>
              </a:spcBef>
              <a:spcAft>
                <a:spcPts val="0"/>
              </a:spcAft>
              <a:buClr>
                <a:srgbClr val="004282"/>
              </a:buClr>
              <a:buSzPts val="1500"/>
              <a:buFont typeface="Arial"/>
              <a:buChar char="•"/>
              <a:defRPr/>
            </a:lvl3pPr>
            <a:lvl4pPr marL="1828800" lvl="3" indent="-314325" algn="l">
              <a:lnSpc>
                <a:spcPct val="90000"/>
              </a:lnSpc>
              <a:spcBef>
                <a:spcPts val="375"/>
              </a:spcBef>
              <a:spcAft>
                <a:spcPts val="0"/>
              </a:spcAft>
              <a:buClr>
                <a:srgbClr val="004282"/>
              </a:buClr>
              <a:buSzPts val="1350"/>
              <a:buFont typeface="Arial"/>
              <a:buChar char="•"/>
              <a:defRPr/>
            </a:lvl4pPr>
            <a:lvl5pPr marL="2286000" lvl="4" indent="-314325" algn="l">
              <a:lnSpc>
                <a:spcPct val="90000"/>
              </a:lnSpc>
              <a:spcBef>
                <a:spcPts val="375"/>
              </a:spcBef>
              <a:spcAft>
                <a:spcPts val="0"/>
              </a:spcAft>
              <a:buClr>
                <a:srgbClr val="004282"/>
              </a:buClr>
              <a:buSzPts val="135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9" name="Google Shape;89;p1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0"/>
        <p:cNvGrpSpPr/>
        <p:nvPr/>
      </p:nvGrpSpPr>
      <p:grpSpPr>
        <a:xfrm>
          <a:off x="0" y="0"/>
          <a:ext cx="0" cy="0"/>
          <a:chOff x="0" y="0"/>
          <a:chExt cx="0" cy="0"/>
        </a:xfrm>
      </p:grpSpPr>
      <p:sp>
        <p:nvSpPr>
          <p:cNvPr id="91" name="Google Shape;91;p20"/>
          <p:cNvSpPr/>
          <p:nvPr/>
        </p:nvSpPr>
        <p:spPr>
          <a:xfrm>
            <a:off x="193431" y="1268017"/>
            <a:ext cx="8778476" cy="355257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92" name="Google Shape;92;p20"/>
          <p:cNvSpPr/>
          <p:nvPr/>
        </p:nvSpPr>
        <p:spPr>
          <a:xfrm>
            <a:off x="193432" y="1275161"/>
            <a:ext cx="4369777" cy="3552578"/>
          </a:xfrm>
          <a:prstGeom prst="rect">
            <a:avLst/>
          </a:prstGeom>
          <a:solidFill>
            <a:srgbClr val="3368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93" name="Google Shape;93;p20"/>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0"/>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lt1"/>
              </a:buClr>
              <a:buSzPts val="1800"/>
              <a:buNone/>
              <a:defRPr sz="1800" b="1">
                <a:solidFill>
                  <a:schemeClr val="lt1"/>
                </a:solidFill>
              </a:defRPr>
            </a:lvl1pPr>
            <a:lvl2pPr marL="914400" lvl="1" indent="-228600" algn="l">
              <a:lnSpc>
                <a:spcPct val="90000"/>
              </a:lnSpc>
              <a:spcBef>
                <a:spcPts val="375"/>
              </a:spcBef>
              <a:spcAft>
                <a:spcPts val="0"/>
              </a:spcAft>
              <a:buClr>
                <a:srgbClr val="004282"/>
              </a:buClr>
              <a:buSzPts val="1500"/>
              <a:buNone/>
              <a:defRPr sz="1500" b="1"/>
            </a:lvl2pPr>
            <a:lvl3pPr marL="1371600" lvl="2" indent="-228600" algn="l">
              <a:lnSpc>
                <a:spcPct val="90000"/>
              </a:lnSpc>
              <a:spcBef>
                <a:spcPts val="375"/>
              </a:spcBef>
              <a:spcAft>
                <a:spcPts val="0"/>
              </a:spcAft>
              <a:buClr>
                <a:srgbClr val="004282"/>
              </a:buClr>
              <a:buSzPts val="1350"/>
              <a:buNone/>
              <a:defRPr sz="1350" b="1"/>
            </a:lvl3pPr>
            <a:lvl4pPr marL="1828800" lvl="3" indent="-228600" algn="l">
              <a:lnSpc>
                <a:spcPct val="90000"/>
              </a:lnSpc>
              <a:spcBef>
                <a:spcPts val="375"/>
              </a:spcBef>
              <a:spcAft>
                <a:spcPts val="0"/>
              </a:spcAft>
              <a:buClr>
                <a:srgbClr val="004282"/>
              </a:buClr>
              <a:buSzPts val="1200"/>
              <a:buNone/>
              <a:defRPr sz="1200" b="1"/>
            </a:lvl4pPr>
            <a:lvl5pPr marL="2286000" lvl="4" indent="-228600" algn="l">
              <a:lnSpc>
                <a:spcPct val="90000"/>
              </a:lnSpc>
              <a:spcBef>
                <a:spcPts val="375"/>
              </a:spcBef>
              <a:spcAft>
                <a:spcPts val="0"/>
              </a:spcAft>
              <a:buClr>
                <a:srgbClr val="004282"/>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95" name="Google Shape;95;p20"/>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chemeClr val="lt1"/>
              </a:buClr>
              <a:buSzPts val="2100"/>
              <a:buFont typeface="Arial"/>
              <a:buChar char="•"/>
              <a:defRPr>
                <a:solidFill>
                  <a:schemeClr val="lt1"/>
                </a:solidFill>
              </a:defRPr>
            </a:lvl1pPr>
            <a:lvl2pPr marL="914400" lvl="1" indent="-342900" algn="l">
              <a:lnSpc>
                <a:spcPct val="90000"/>
              </a:lnSpc>
              <a:spcBef>
                <a:spcPts val="375"/>
              </a:spcBef>
              <a:spcAft>
                <a:spcPts val="0"/>
              </a:spcAft>
              <a:buClr>
                <a:schemeClr val="lt1"/>
              </a:buClr>
              <a:buSzPts val="1800"/>
              <a:buFont typeface="Arial"/>
              <a:buChar char="•"/>
              <a:defRPr>
                <a:solidFill>
                  <a:schemeClr val="lt1"/>
                </a:solidFill>
              </a:defRPr>
            </a:lvl2pPr>
            <a:lvl3pPr marL="1371600" lvl="2" indent="-323850" algn="l">
              <a:lnSpc>
                <a:spcPct val="90000"/>
              </a:lnSpc>
              <a:spcBef>
                <a:spcPts val="375"/>
              </a:spcBef>
              <a:spcAft>
                <a:spcPts val="0"/>
              </a:spcAft>
              <a:buClr>
                <a:schemeClr val="lt1"/>
              </a:buClr>
              <a:buSzPts val="1500"/>
              <a:buFont typeface="Arial"/>
              <a:buChar char="•"/>
              <a:defRPr>
                <a:solidFill>
                  <a:schemeClr val="lt1"/>
                </a:solidFill>
              </a:defRPr>
            </a:lvl3pPr>
            <a:lvl4pPr marL="1828800" lvl="3" indent="-314325" algn="l">
              <a:lnSpc>
                <a:spcPct val="90000"/>
              </a:lnSpc>
              <a:spcBef>
                <a:spcPts val="375"/>
              </a:spcBef>
              <a:spcAft>
                <a:spcPts val="0"/>
              </a:spcAft>
              <a:buClr>
                <a:schemeClr val="lt1"/>
              </a:buClr>
              <a:buSzPts val="1350"/>
              <a:buFont typeface="Arial"/>
              <a:buChar char="•"/>
              <a:defRPr>
                <a:solidFill>
                  <a:schemeClr val="lt1"/>
                </a:solidFill>
              </a:defRPr>
            </a:lvl4pPr>
            <a:lvl5pPr marL="2286000" lvl="4" indent="-314325" algn="l">
              <a:lnSpc>
                <a:spcPct val="90000"/>
              </a:lnSpc>
              <a:spcBef>
                <a:spcPts val="375"/>
              </a:spcBef>
              <a:spcAft>
                <a:spcPts val="0"/>
              </a:spcAft>
              <a:buClr>
                <a:schemeClr val="lt1"/>
              </a:buClr>
              <a:buSzPts val="1350"/>
              <a:buFont typeface="Arial"/>
              <a:buChar char="•"/>
              <a:defRPr>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 name="Google Shape;96;p20"/>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rgbClr val="004282"/>
              </a:buClr>
              <a:buSzPts val="1800"/>
              <a:buNone/>
              <a:defRPr sz="1800" b="1"/>
            </a:lvl1pPr>
            <a:lvl2pPr marL="914400" lvl="1" indent="-228600" algn="l">
              <a:lnSpc>
                <a:spcPct val="90000"/>
              </a:lnSpc>
              <a:spcBef>
                <a:spcPts val="375"/>
              </a:spcBef>
              <a:spcAft>
                <a:spcPts val="0"/>
              </a:spcAft>
              <a:buClr>
                <a:srgbClr val="004282"/>
              </a:buClr>
              <a:buSzPts val="1500"/>
              <a:buNone/>
              <a:defRPr sz="1500" b="1"/>
            </a:lvl2pPr>
            <a:lvl3pPr marL="1371600" lvl="2" indent="-228600" algn="l">
              <a:lnSpc>
                <a:spcPct val="90000"/>
              </a:lnSpc>
              <a:spcBef>
                <a:spcPts val="375"/>
              </a:spcBef>
              <a:spcAft>
                <a:spcPts val="0"/>
              </a:spcAft>
              <a:buClr>
                <a:srgbClr val="004282"/>
              </a:buClr>
              <a:buSzPts val="1350"/>
              <a:buNone/>
              <a:defRPr sz="1350" b="1"/>
            </a:lvl3pPr>
            <a:lvl4pPr marL="1828800" lvl="3" indent="-228600" algn="l">
              <a:lnSpc>
                <a:spcPct val="90000"/>
              </a:lnSpc>
              <a:spcBef>
                <a:spcPts val="375"/>
              </a:spcBef>
              <a:spcAft>
                <a:spcPts val="0"/>
              </a:spcAft>
              <a:buClr>
                <a:srgbClr val="004282"/>
              </a:buClr>
              <a:buSzPts val="1200"/>
              <a:buNone/>
              <a:defRPr sz="1200" b="1"/>
            </a:lvl4pPr>
            <a:lvl5pPr marL="2286000" lvl="4" indent="-228600" algn="l">
              <a:lnSpc>
                <a:spcPct val="90000"/>
              </a:lnSpc>
              <a:spcBef>
                <a:spcPts val="375"/>
              </a:spcBef>
              <a:spcAft>
                <a:spcPts val="0"/>
              </a:spcAft>
              <a:buClr>
                <a:srgbClr val="004282"/>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97" name="Google Shape;97;p20"/>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004282"/>
              </a:buClr>
              <a:buSzPts val="2100"/>
              <a:buFont typeface="Arial"/>
              <a:buChar char="•"/>
              <a:defRPr/>
            </a:lvl1pPr>
            <a:lvl2pPr marL="914400" lvl="1" indent="-342900" algn="l">
              <a:lnSpc>
                <a:spcPct val="90000"/>
              </a:lnSpc>
              <a:spcBef>
                <a:spcPts val="375"/>
              </a:spcBef>
              <a:spcAft>
                <a:spcPts val="0"/>
              </a:spcAft>
              <a:buClr>
                <a:srgbClr val="004282"/>
              </a:buClr>
              <a:buSzPts val="1800"/>
              <a:buFont typeface="Arial"/>
              <a:buChar char="•"/>
              <a:defRPr/>
            </a:lvl2pPr>
            <a:lvl3pPr marL="1371600" lvl="2" indent="-323850" algn="l">
              <a:lnSpc>
                <a:spcPct val="90000"/>
              </a:lnSpc>
              <a:spcBef>
                <a:spcPts val="375"/>
              </a:spcBef>
              <a:spcAft>
                <a:spcPts val="0"/>
              </a:spcAft>
              <a:buClr>
                <a:srgbClr val="004282"/>
              </a:buClr>
              <a:buSzPts val="1500"/>
              <a:buFont typeface="Arial"/>
              <a:buChar char="•"/>
              <a:defRPr/>
            </a:lvl3pPr>
            <a:lvl4pPr marL="1828800" lvl="3" indent="-314325" algn="l">
              <a:lnSpc>
                <a:spcPct val="90000"/>
              </a:lnSpc>
              <a:spcBef>
                <a:spcPts val="375"/>
              </a:spcBef>
              <a:spcAft>
                <a:spcPts val="0"/>
              </a:spcAft>
              <a:buClr>
                <a:srgbClr val="004282"/>
              </a:buClr>
              <a:buSzPts val="1350"/>
              <a:buFont typeface="Arial"/>
              <a:buChar char="•"/>
              <a:defRPr/>
            </a:lvl4pPr>
            <a:lvl5pPr marL="2286000" lvl="4" indent="-314325" algn="l">
              <a:lnSpc>
                <a:spcPct val="90000"/>
              </a:lnSpc>
              <a:spcBef>
                <a:spcPts val="375"/>
              </a:spcBef>
              <a:spcAft>
                <a:spcPts val="0"/>
              </a:spcAft>
              <a:buClr>
                <a:srgbClr val="004282"/>
              </a:buClr>
              <a:buSzPts val="135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
        <p:nvSpPr>
          <p:cNvPr id="103" name="Google Shape;103;p2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4"/>
        <p:cNvGrpSpPr/>
        <p:nvPr/>
      </p:nvGrpSpPr>
      <p:grpSpPr>
        <a:xfrm>
          <a:off x="0" y="0"/>
          <a:ext cx="0" cy="0"/>
          <a:chOff x="0" y="0"/>
          <a:chExt cx="0" cy="0"/>
        </a:xfrm>
      </p:grpSpPr>
      <p:sp>
        <p:nvSpPr>
          <p:cNvPr id="105" name="Google Shape;105;p23"/>
          <p:cNvSpPr/>
          <p:nvPr/>
        </p:nvSpPr>
        <p:spPr>
          <a:xfrm>
            <a:off x="3763108" y="164857"/>
            <a:ext cx="5208799" cy="465573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6" name="Google Shape;106;p23"/>
          <p:cNvSpPr/>
          <p:nvPr/>
        </p:nvSpPr>
        <p:spPr>
          <a:xfrm>
            <a:off x="193432" y="164856"/>
            <a:ext cx="3569677" cy="4662883"/>
          </a:xfrm>
          <a:prstGeom prst="rect">
            <a:avLst/>
          </a:prstGeom>
          <a:solidFill>
            <a:srgbClr val="3368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7" name="Google Shape;107;p2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3"/>
          <p:cNvSpPr>
            <a:spLocks noGrp="1"/>
          </p:cNvSpPr>
          <p:nvPr>
            <p:ph type="pic" idx="2"/>
          </p:nvPr>
        </p:nvSpPr>
        <p:spPr>
          <a:xfrm>
            <a:off x="3887391" y="740569"/>
            <a:ext cx="4629150" cy="3655219"/>
          </a:xfrm>
          <a:prstGeom prst="rect">
            <a:avLst/>
          </a:prstGeom>
          <a:noFill/>
          <a:ln>
            <a:noFill/>
          </a:ln>
        </p:spPr>
      </p:sp>
      <p:sp>
        <p:nvSpPr>
          <p:cNvPr id="109" name="Google Shape;109;p2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lt1"/>
              </a:buClr>
              <a:buSzPts val="1200"/>
              <a:buNone/>
              <a:defRPr sz="1200">
                <a:solidFill>
                  <a:schemeClr val="lt1"/>
                </a:solidFill>
              </a:defRPr>
            </a:lvl1pPr>
            <a:lvl2pPr marL="914400" lvl="1" indent="-228600" algn="l">
              <a:lnSpc>
                <a:spcPct val="90000"/>
              </a:lnSpc>
              <a:spcBef>
                <a:spcPts val="375"/>
              </a:spcBef>
              <a:spcAft>
                <a:spcPts val="0"/>
              </a:spcAft>
              <a:buClr>
                <a:srgbClr val="004282"/>
              </a:buClr>
              <a:buSzPts val="1050"/>
              <a:buNone/>
              <a:defRPr sz="1050"/>
            </a:lvl2pPr>
            <a:lvl3pPr marL="1371600" lvl="2" indent="-228600" algn="l">
              <a:lnSpc>
                <a:spcPct val="90000"/>
              </a:lnSpc>
              <a:spcBef>
                <a:spcPts val="375"/>
              </a:spcBef>
              <a:spcAft>
                <a:spcPts val="0"/>
              </a:spcAft>
              <a:buClr>
                <a:srgbClr val="004282"/>
              </a:buClr>
              <a:buSzPts val="900"/>
              <a:buNone/>
              <a:defRPr sz="900"/>
            </a:lvl3pPr>
            <a:lvl4pPr marL="1828800" lvl="3" indent="-228600" algn="l">
              <a:lnSpc>
                <a:spcPct val="90000"/>
              </a:lnSpc>
              <a:spcBef>
                <a:spcPts val="375"/>
              </a:spcBef>
              <a:spcAft>
                <a:spcPts val="0"/>
              </a:spcAft>
              <a:buClr>
                <a:srgbClr val="004282"/>
              </a:buClr>
              <a:buSzPts val="750"/>
              <a:buNone/>
              <a:defRPr sz="750"/>
            </a:lvl4pPr>
            <a:lvl5pPr marL="2286000" lvl="4" indent="-228600" algn="l">
              <a:lnSpc>
                <a:spcPct val="90000"/>
              </a:lnSpc>
              <a:spcBef>
                <a:spcPts val="375"/>
              </a:spcBef>
              <a:spcAft>
                <a:spcPts val="0"/>
              </a:spcAft>
              <a:buClr>
                <a:srgbClr val="004282"/>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10" name="Google Shape;110;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4"/>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004282"/>
              </a:buClr>
              <a:buSzPts val="2100"/>
              <a:buFont typeface="Arial"/>
              <a:buChar char="•"/>
              <a:defRPr/>
            </a:lvl1pPr>
            <a:lvl2pPr marL="914400" lvl="1" indent="-342900" algn="l">
              <a:lnSpc>
                <a:spcPct val="90000"/>
              </a:lnSpc>
              <a:spcBef>
                <a:spcPts val="375"/>
              </a:spcBef>
              <a:spcAft>
                <a:spcPts val="0"/>
              </a:spcAft>
              <a:buClr>
                <a:srgbClr val="004282"/>
              </a:buClr>
              <a:buSzPts val="1800"/>
              <a:buFont typeface="Arial"/>
              <a:buChar char="•"/>
              <a:defRPr/>
            </a:lvl2pPr>
            <a:lvl3pPr marL="1371600" lvl="2" indent="-323850" algn="l">
              <a:lnSpc>
                <a:spcPct val="90000"/>
              </a:lnSpc>
              <a:spcBef>
                <a:spcPts val="375"/>
              </a:spcBef>
              <a:spcAft>
                <a:spcPts val="0"/>
              </a:spcAft>
              <a:buClr>
                <a:srgbClr val="004282"/>
              </a:buClr>
              <a:buSzPts val="1500"/>
              <a:buFont typeface="Arial"/>
              <a:buChar char="•"/>
              <a:defRPr/>
            </a:lvl3pPr>
            <a:lvl4pPr marL="1828800" lvl="3" indent="-314325" algn="l">
              <a:lnSpc>
                <a:spcPct val="90000"/>
              </a:lnSpc>
              <a:spcBef>
                <a:spcPts val="375"/>
              </a:spcBef>
              <a:spcAft>
                <a:spcPts val="0"/>
              </a:spcAft>
              <a:buClr>
                <a:srgbClr val="004282"/>
              </a:buClr>
              <a:buSzPts val="1350"/>
              <a:buFont typeface="Arial"/>
              <a:buChar char="•"/>
              <a:defRPr/>
            </a:lvl4pPr>
            <a:lvl5pPr marL="2286000" lvl="4" indent="-314325" algn="l">
              <a:lnSpc>
                <a:spcPct val="90000"/>
              </a:lnSpc>
              <a:spcBef>
                <a:spcPts val="375"/>
              </a:spcBef>
              <a:spcAft>
                <a:spcPts val="0"/>
              </a:spcAft>
              <a:buClr>
                <a:srgbClr val="004282"/>
              </a:buClr>
              <a:buSzPts val="135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4" name="Google Shape;114;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5"/>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rgbClr val="004282"/>
              </a:buClr>
              <a:buSzPts val="1800"/>
              <a:buChar char="•"/>
              <a:defRPr/>
            </a:lvl1pPr>
            <a:lvl2pPr marL="914400" lvl="1" indent="-342900" algn="l">
              <a:lnSpc>
                <a:spcPct val="90000"/>
              </a:lnSpc>
              <a:spcBef>
                <a:spcPts val="375"/>
              </a:spcBef>
              <a:spcAft>
                <a:spcPts val="0"/>
              </a:spcAft>
              <a:buClr>
                <a:srgbClr val="004282"/>
              </a:buClr>
              <a:buSzPts val="1800"/>
              <a:buChar char="•"/>
              <a:defRPr/>
            </a:lvl2pPr>
            <a:lvl3pPr marL="1371600" lvl="2" indent="-342900" algn="l">
              <a:lnSpc>
                <a:spcPct val="90000"/>
              </a:lnSpc>
              <a:spcBef>
                <a:spcPts val="375"/>
              </a:spcBef>
              <a:spcAft>
                <a:spcPts val="0"/>
              </a:spcAft>
              <a:buClr>
                <a:srgbClr val="004282"/>
              </a:buClr>
              <a:buSzPts val="1800"/>
              <a:buChar char="•"/>
              <a:defRPr/>
            </a:lvl3pPr>
            <a:lvl4pPr marL="1828800" lvl="3" indent="-342900" algn="l">
              <a:lnSpc>
                <a:spcPct val="90000"/>
              </a:lnSpc>
              <a:spcBef>
                <a:spcPts val="375"/>
              </a:spcBef>
              <a:spcAft>
                <a:spcPts val="0"/>
              </a:spcAft>
              <a:buClr>
                <a:srgbClr val="004282"/>
              </a:buClr>
              <a:buSzPts val="1800"/>
              <a:buChar char="•"/>
              <a:defRPr/>
            </a:lvl4pPr>
            <a:lvl5pPr marL="2286000" lvl="4" indent="-342900" algn="l">
              <a:lnSpc>
                <a:spcPct val="90000"/>
              </a:lnSpc>
              <a:spcBef>
                <a:spcPts val="375"/>
              </a:spcBef>
              <a:spcAft>
                <a:spcPts val="0"/>
              </a:spcAft>
              <a:buClr>
                <a:srgbClr val="00428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8" name="Google Shape;118;p2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19"/>
        <p:cNvGrpSpPr/>
        <p:nvPr/>
      </p:nvGrpSpPr>
      <p:grpSpPr>
        <a:xfrm>
          <a:off x="0" y="0"/>
          <a:ext cx="0" cy="0"/>
          <a:chOff x="0" y="0"/>
          <a:chExt cx="0" cy="0"/>
        </a:xfrm>
      </p:grpSpPr>
      <p:sp>
        <p:nvSpPr>
          <p:cNvPr id="120" name="Google Shape;120;p2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282"/>
              </a:buClr>
              <a:buSzPts val="3000"/>
              <a:buFont typeface="Arial"/>
              <a:buNone/>
              <a:defRPr sz="3000" b="1">
                <a:solidFill>
                  <a:srgbClr val="00428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6"/>
          <p:cNvSpPr txBox="1">
            <a:spLocks noGrp="1"/>
          </p:cNvSpPr>
          <p:nvPr>
            <p:ph type="sldNum" idx="12"/>
          </p:nvPr>
        </p:nvSpPr>
        <p:spPr>
          <a:xfrm>
            <a:off x="6914507" y="482059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7F7F7F"/>
                </a:solidFill>
                <a:latin typeface="Arial"/>
                <a:ea typeface="Arial"/>
                <a:cs typeface="Arial"/>
                <a:sym typeface="Arial"/>
              </a:defRPr>
            </a:lvl1pPr>
            <a:lvl2pPr marL="0" lvl="1" indent="0" algn="r">
              <a:spcBef>
                <a:spcPts val="0"/>
              </a:spcBef>
              <a:buNone/>
              <a:defRPr sz="900" b="0" i="0" u="none" strike="noStrike" cap="none">
                <a:solidFill>
                  <a:srgbClr val="7F7F7F"/>
                </a:solidFill>
                <a:latin typeface="Arial"/>
                <a:ea typeface="Arial"/>
                <a:cs typeface="Arial"/>
                <a:sym typeface="Arial"/>
              </a:defRPr>
            </a:lvl2pPr>
            <a:lvl3pPr marL="0" lvl="2" indent="0" algn="r">
              <a:spcBef>
                <a:spcPts val="0"/>
              </a:spcBef>
              <a:buNone/>
              <a:defRPr sz="900" b="0" i="0" u="none" strike="noStrike" cap="none">
                <a:solidFill>
                  <a:srgbClr val="7F7F7F"/>
                </a:solidFill>
                <a:latin typeface="Arial"/>
                <a:ea typeface="Arial"/>
                <a:cs typeface="Arial"/>
                <a:sym typeface="Arial"/>
              </a:defRPr>
            </a:lvl3pPr>
            <a:lvl4pPr marL="0" lvl="3" indent="0" algn="r">
              <a:spcBef>
                <a:spcPts val="0"/>
              </a:spcBef>
              <a:buNone/>
              <a:defRPr sz="900" b="0" i="0" u="none" strike="noStrike" cap="none">
                <a:solidFill>
                  <a:srgbClr val="7F7F7F"/>
                </a:solidFill>
                <a:latin typeface="Arial"/>
                <a:ea typeface="Arial"/>
                <a:cs typeface="Arial"/>
                <a:sym typeface="Arial"/>
              </a:defRPr>
            </a:lvl4pPr>
            <a:lvl5pPr marL="0" lvl="4" indent="0" algn="r">
              <a:spcBef>
                <a:spcPts val="0"/>
              </a:spcBef>
              <a:buNone/>
              <a:defRPr sz="900" b="0" i="0" u="none" strike="noStrike" cap="none">
                <a:solidFill>
                  <a:srgbClr val="7F7F7F"/>
                </a:solidFill>
                <a:latin typeface="Arial"/>
                <a:ea typeface="Arial"/>
                <a:cs typeface="Arial"/>
                <a:sym typeface="Arial"/>
              </a:defRPr>
            </a:lvl5pPr>
            <a:lvl6pPr marL="0" lvl="5" indent="0" algn="r">
              <a:spcBef>
                <a:spcPts val="0"/>
              </a:spcBef>
              <a:buNone/>
              <a:defRPr sz="900" b="0" i="0" u="none" strike="noStrike" cap="none">
                <a:solidFill>
                  <a:srgbClr val="7F7F7F"/>
                </a:solidFill>
                <a:latin typeface="Arial"/>
                <a:ea typeface="Arial"/>
                <a:cs typeface="Arial"/>
                <a:sym typeface="Arial"/>
              </a:defRPr>
            </a:lvl6pPr>
            <a:lvl7pPr marL="0" lvl="6" indent="0" algn="r">
              <a:spcBef>
                <a:spcPts val="0"/>
              </a:spcBef>
              <a:buNone/>
              <a:defRPr sz="900" b="0" i="0" u="none" strike="noStrike" cap="none">
                <a:solidFill>
                  <a:srgbClr val="7F7F7F"/>
                </a:solidFill>
                <a:latin typeface="Arial"/>
                <a:ea typeface="Arial"/>
                <a:cs typeface="Arial"/>
                <a:sym typeface="Arial"/>
              </a:defRPr>
            </a:lvl7pPr>
            <a:lvl8pPr marL="0" lvl="7" indent="0" algn="r">
              <a:spcBef>
                <a:spcPts val="0"/>
              </a:spcBef>
              <a:buNone/>
              <a:defRPr sz="900" b="0" i="0" u="none" strike="noStrike" cap="none">
                <a:solidFill>
                  <a:srgbClr val="7F7F7F"/>
                </a:solidFill>
                <a:latin typeface="Arial"/>
                <a:ea typeface="Arial"/>
                <a:cs typeface="Arial"/>
                <a:sym typeface="Arial"/>
              </a:defRPr>
            </a:lvl8pPr>
            <a:lvl9pPr marL="0" lvl="8" indent="0" algn="r">
              <a:spcBef>
                <a:spcPts val="0"/>
              </a:spcBef>
              <a:buNone/>
              <a:defRPr sz="900" b="0" i="0" u="none" strike="noStrike" cap="none">
                <a:solidFill>
                  <a:srgbClr val="7F7F7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
        <p:nvSpPr>
          <p:cNvPr id="122" name="Google Shape;122;p26"/>
          <p:cNvSpPr txBox="1">
            <a:spLocks noGrp="1"/>
          </p:cNvSpPr>
          <p:nvPr>
            <p:ph type="body" idx="1"/>
          </p:nvPr>
        </p:nvSpPr>
        <p:spPr>
          <a:xfrm>
            <a:off x="628650" y="1369219"/>
            <a:ext cx="7886700" cy="2976380"/>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004282"/>
              </a:buClr>
              <a:buSzPts val="2100"/>
              <a:buFont typeface="Arial"/>
              <a:buChar char="•"/>
              <a:defRPr/>
            </a:lvl1pPr>
            <a:lvl2pPr marL="914400" lvl="1" indent="-342900" algn="l">
              <a:lnSpc>
                <a:spcPct val="90000"/>
              </a:lnSpc>
              <a:spcBef>
                <a:spcPts val="375"/>
              </a:spcBef>
              <a:spcAft>
                <a:spcPts val="0"/>
              </a:spcAft>
              <a:buClr>
                <a:srgbClr val="004282"/>
              </a:buClr>
              <a:buSzPts val="1800"/>
              <a:buFont typeface="Arial"/>
              <a:buChar char="•"/>
              <a:defRPr/>
            </a:lvl2pPr>
            <a:lvl3pPr marL="1371600" lvl="2" indent="-323850" algn="l">
              <a:lnSpc>
                <a:spcPct val="90000"/>
              </a:lnSpc>
              <a:spcBef>
                <a:spcPts val="375"/>
              </a:spcBef>
              <a:spcAft>
                <a:spcPts val="0"/>
              </a:spcAft>
              <a:buClr>
                <a:srgbClr val="004282"/>
              </a:buClr>
              <a:buSzPts val="1500"/>
              <a:buFont typeface="Arial"/>
              <a:buChar char="•"/>
              <a:defRPr/>
            </a:lvl3pPr>
            <a:lvl4pPr marL="1828800" lvl="3" indent="-314325" algn="l">
              <a:lnSpc>
                <a:spcPct val="90000"/>
              </a:lnSpc>
              <a:spcBef>
                <a:spcPts val="375"/>
              </a:spcBef>
              <a:spcAft>
                <a:spcPts val="0"/>
              </a:spcAft>
              <a:buClr>
                <a:srgbClr val="004282"/>
              </a:buClr>
              <a:buSzPts val="1350"/>
              <a:buFont typeface="Arial"/>
              <a:buChar char="•"/>
              <a:defRPr/>
            </a:lvl4pPr>
            <a:lvl5pPr marL="2286000" lvl="4" indent="-314325" algn="l">
              <a:lnSpc>
                <a:spcPct val="90000"/>
              </a:lnSpc>
              <a:spcBef>
                <a:spcPts val="375"/>
              </a:spcBef>
              <a:spcAft>
                <a:spcPts val="0"/>
              </a:spcAft>
              <a:buClr>
                <a:srgbClr val="004282"/>
              </a:buClr>
              <a:buSzPts val="135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4282"/>
              </a:buClr>
              <a:buSzPts val="3300"/>
              <a:buFont typeface="Arial"/>
              <a:buNone/>
              <a:defRPr sz="3300" b="1" i="0" u="none" strike="noStrike" cap="none">
                <a:solidFill>
                  <a:srgbClr val="00428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rgbClr val="004282"/>
              </a:buClr>
              <a:buSzPts val="2100"/>
              <a:buFont typeface="Arial"/>
              <a:buChar char="•"/>
              <a:defRPr sz="2100" b="0" i="0" u="none" strike="noStrike" cap="none">
                <a:solidFill>
                  <a:srgbClr val="004282"/>
                </a:solidFill>
                <a:latin typeface="Arial"/>
                <a:ea typeface="Arial"/>
                <a:cs typeface="Arial"/>
                <a:sym typeface="Arial"/>
              </a:defRPr>
            </a:lvl1pPr>
            <a:lvl2pPr marL="914400" marR="0" lvl="1" indent="-342900" algn="l" rtl="0">
              <a:lnSpc>
                <a:spcPct val="90000"/>
              </a:lnSpc>
              <a:spcBef>
                <a:spcPts val="375"/>
              </a:spcBef>
              <a:spcAft>
                <a:spcPts val="0"/>
              </a:spcAft>
              <a:buClr>
                <a:srgbClr val="004282"/>
              </a:buClr>
              <a:buSzPts val="1800"/>
              <a:buFont typeface="Arial"/>
              <a:buChar char="•"/>
              <a:defRPr sz="1800" b="0" i="0" u="none" strike="noStrike" cap="none">
                <a:solidFill>
                  <a:srgbClr val="004282"/>
                </a:solidFill>
                <a:latin typeface="Arial"/>
                <a:ea typeface="Arial"/>
                <a:cs typeface="Arial"/>
                <a:sym typeface="Arial"/>
              </a:defRPr>
            </a:lvl2pPr>
            <a:lvl3pPr marL="1371600" marR="0" lvl="2" indent="-323850" algn="l" rtl="0">
              <a:lnSpc>
                <a:spcPct val="90000"/>
              </a:lnSpc>
              <a:spcBef>
                <a:spcPts val="375"/>
              </a:spcBef>
              <a:spcAft>
                <a:spcPts val="0"/>
              </a:spcAft>
              <a:buClr>
                <a:srgbClr val="004282"/>
              </a:buClr>
              <a:buSzPts val="1500"/>
              <a:buFont typeface="Arial"/>
              <a:buChar char="•"/>
              <a:defRPr sz="1500" b="0" i="0" u="none" strike="noStrike" cap="none">
                <a:solidFill>
                  <a:srgbClr val="004282"/>
                </a:solidFill>
                <a:latin typeface="Arial"/>
                <a:ea typeface="Arial"/>
                <a:cs typeface="Arial"/>
                <a:sym typeface="Arial"/>
              </a:defRPr>
            </a:lvl3pPr>
            <a:lvl4pPr marL="1828800" marR="0" lvl="3" indent="-314325" algn="l" rtl="0">
              <a:lnSpc>
                <a:spcPct val="90000"/>
              </a:lnSpc>
              <a:spcBef>
                <a:spcPts val="375"/>
              </a:spcBef>
              <a:spcAft>
                <a:spcPts val="0"/>
              </a:spcAft>
              <a:buClr>
                <a:srgbClr val="004282"/>
              </a:buClr>
              <a:buSzPts val="1350"/>
              <a:buFont typeface="Arial"/>
              <a:buChar char="•"/>
              <a:defRPr sz="1350" b="0" i="0" u="none" strike="noStrike" cap="none">
                <a:solidFill>
                  <a:srgbClr val="004282"/>
                </a:solidFill>
                <a:latin typeface="Arial"/>
                <a:ea typeface="Arial"/>
                <a:cs typeface="Arial"/>
                <a:sym typeface="Arial"/>
              </a:defRPr>
            </a:lvl4pPr>
            <a:lvl5pPr marL="2286000" marR="0" lvl="4" indent="-314325" algn="l" rtl="0">
              <a:lnSpc>
                <a:spcPct val="90000"/>
              </a:lnSpc>
              <a:spcBef>
                <a:spcPts val="375"/>
              </a:spcBef>
              <a:spcAft>
                <a:spcPts val="0"/>
              </a:spcAft>
              <a:buClr>
                <a:srgbClr val="004282"/>
              </a:buClr>
              <a:buSzPts val="1350"/>
              <a:buFont typeface="Arial"/>
              <a:buChar char="•"/>
              <a:defRPr sz="1350" b="0" i="0" u="none" strike="noStrike" cap="none">
                <a:solidFill>
                  <a:srgbClr val="004282"/>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
        <p:nvSpPr>
          <p:cNvPr id="54" name="Google Shape;54;p13"/>
          <p:cNvSpPr txBox="1"/>
          <p:nvPr/>
        </p:nvSpPr>
        <p:spPr>
          <a:xfrm>
            <a:off x="555672" y="4877388"/>
            <a:ext cx="2175596" cy="1731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CN" sz="525" b="0" i="0" u="none" strike="noStrike" cap="none">
                <a:solidFill>
                  <a:srgbClr val="262626"/>
                </a:solidFill>
                <a:latin typeface="Arial"/>
                <a:ea typeface="Arial"/>
                <a:cs typeface="Arial"/>
                <a:sym typeface="Arial"/>
              </a:rPr>
              <a:t>© Copyright National University of Singapore. All Rights Reserved. </a:t>
            </a:r>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282"/>
        </a:solidFill>
        <a:effectLst/>
      </p:bgPr>
    </p:bg>
    <p:spTree>
      <p:nvGrpSpPr>
        <p:cNvPr id="1" name="Shape 135"/>
        <p:cNvGrpSpPr/>
        <p:nvPr/>
      </p:nvGrpSpPr>
      <p:grpSpPr>
        <a:xfrm>
          <a:off x="0" y="0"/>
          <a:ext cx="0" cy="0"/>
          <a:chOff x="0" y="0"/>
          <a:chExt cx="0" cy="0"/>
        </a:xfrm>
      </p:grpSpPr>
      <p:sp>
        <p:nvSpPr>
          <p:cNvPr id="136" name="Google Shape;136;p28"/>
          <p:cNvSpPr txBox="1">
            <a:spLocks noGrp="1"/>
          </p:cNvSpPr>
          <p:nvPr>
            <p:ph type="ctrTitle"/>
          </p:nvPr>
        </p:nvSpPr>
        <p:spPr>
          <a:xfrm>
            <a:off x="347790" y="1538300"/>
            <a:ext cx="5232000" cy="1188300"/>
          </a:xfrm>
          <a:prstGeom prst="rect">
            <a:avLst/>
          </a:prstGeom>
          <a:noFill/>
          <a:ln>
            <a:noFill/>
          </a:ln>
          <a:effectLst>
            <a:outerShdw blurRad="50800" dist="76200" dir="2700000" algn="tl" rotWithShape="0">
              <a:srgbClr val="000000">
                <a:alpha val="40000"/>
              </a:srgbClr>
            </a:outerShdw>
          </a:effectLst>
        </p:spPr>
        <p:txBody>
          <a:bodyPr spcFirstLastPara="1" wrap="square" lIns="91425" tIns="45700" rIns="91425" bIns="45700" anchor="t" anchorCtr="0">
            <a:noAutofit/>
          </a:bodyPr>
          <a:lstStyle/>
          <a:p>
            <a:pPr lvl="0">
              <a:buSzPts val="2970"/>
            </a:pPr>
            <a:r>
              <a:rPr lang="en-US" altLang="zh-CN" sz="2770" dirty="0"/>
              <a:t>Actor-Critic Methods for </a:t>
            </a:r>
            <a:br>
              <a:rPr lang="en-US" altLang="zh-CN" sz="2770" dirty="0"/>
            </a:br>
            <a:r>
              <a:rPr lang="en-US" altLang="zh-CN" sz="2770" dirty="0"/>
              <a:t>Automated Stock Trading</a:t>
            </a:r>
            <a:endParaRPr sz="2770" dirty="0"/>
          </a:p>
        </p:txBody>
      </p:sp>
      <p:sp>
        <p:nvSpPr>
          <p:cNvPr id="138" name="Google Shape;138;p28"/>
          <p:cNvSpPr/>
          <p:nvPr/>
        </p:nvSpPr>
        <p:spPr>
          <a:xfrm>
            <a:off x="316857" y="1615588"/>
            <a:ext cx="45600" cy="837600"/>
          </a:xfrm>
          <a:prstGeom prst="rect">
            <a:avLst/>
          </a:prstGeom>
          <a:solidFill>
            <a:srgbClr val="ED7F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4" name="Google Shape;252;p44">
            <a:extLst>
              <a:ext uri="{FF2B5EF4-FFF2-40B4-BE49-F238E27FC236}">
                <a16:creationId xmlns:a16="http://schemas.microsoft.com/office/drawing/2014/main" id="{9345849A-FB22-572D-4E5D-33935CD92820}"/>
              </a:ext>
            </a:extLst>
          </p:cNvPr>
          <p:cNvSpPr txBox="1">
            <a:spLocks noGrp="1"/>
          </p:cNvSpPr>
          <p:nvPr>
            <p:ph type="subTitle" idx="1"/>
          </p:nvPr>
        </p:nvSpPr>
        <p:spPr>
          <a:xfrm>
            <a:off x="316857" y="2690313"/>
            <a:ext cx="5424612" cy="516300"/>
          </a:xfrm>
          <a:prstGeom prst="rect">
            <a:avLst/>
          </a:prstGeom>
          <a:noFill/>
          <a:ln>
            <a:noFill/>
          </a:ln>
        </p:spPr>
        <p:txBody>
          <a:bodyPr spcFirstLastPara="1" wrap="square" lIns="91425" tIns="45700" rIns="91425" bIns="45700" anchor="t" anchorCtr="0">
            <a:normAutofit/>
          </a:bodyPr>
          <a:lstStyle/>
          <a:p>
            <a:pPr marL="0" lvl="0" indent="0">
              <a:buSzPts val="1050"/>
            </a:pPr>
            <a:r>
              <a:rPr lang="zh-CN" sz="1400" dirty="0">
                <a:solidFill>
                  <a:schemeClr val="lt1"/>
                </a:solidFill>
              </a:rPr>
              <a:t>Presenter: </a:t>
            </a:r>
            <a:r>
              <a:rPr lang="en-US" altLang="zh-CN" sz="1400" dirty="0">
                <a:solidFill>
                  <a:schemeClr val="lt1"/>
                </a:solidFill>
              </a:rPr>
              <a:t>Yufan Zhu, </a:t>
            </a:r>
            <a:r>
              <a:rPr lang="en-US" altLang="zh-CN" sz="1400" dirty="0" err="1"/>
              <a:t>Rutwik</a:t>
            </a:r>
            <a:r>
              <a:rPr lang="en-US" altLang="zh-CN" sz="1400" dirty="0"/>
              <a:t> S. </a:t>
            </a:r>
            <a:r>
              <a:rPr lang="en-US" altLang="zh-CN" sz="1400" dirty="0" err="1"/>
              <a:t>Dharanappagoudar</a:t>
            </a:r>
            <a:r>
              <a:rPr lang="zh-CN" sz="1400" dirty="0">
                <a:solidFill>
                  <a:schemeClr val="lt1"/>
                </a:solidFill>
              </a:rPr>
              <a:t>, </a:t>
            </a:r>
            <a:r>
              <a:rPr lang="zh-CN" sz="1400" b="1" dirty="0">
                <a:solidFill>
                  <a:schemeClr val="lt1"/>
                </a:solidFill>
              </a:rPr>
              <a:t>Xin Fei</a:t>
            </a:r>
            <a:endParaRPr sz="1400" b="1" dirty="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4282"/>
              </a:buClr>
              <a:buSzPts val="3300"/>
              <a:buFont typeface="Arial"/>
              <a:buNone/>
            </a:pPr>
            <a:r>
              <a:rPr lang="en-US" altLang="zh-CN" dirty="0"/>
              <a:t>A2C Implementation</a:t>
            </a:r>
            <a:endParaRPr dirty="0"/>
          </a:p>
        </p:txBody>
      </p:sp>
      <p:sp>
        <p:nvSpPr>
          <p:cNvPr id="188" name="Google Shape;188;p35"/>
          <p:cNvSpPr/>
          <p:nvPr/>
        </p:nvSpPr>
        <p:spPr>
          <a:xfrm>
            <a:off x="594360" y="565190"/>
            <a:ext cx="36600" cy="411600"/>
          </a:xfrm>
          <a:prstGeom prst="rect">
            <a:avLst/>
          </a:prstGeom>
          <a:solidFill>
            <a:srgbClr val="ED7F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grpSp>
        <p:nvGrpSpPr>
          <p:cNvPr id="22" name="组合 21">
            <a:extLst>
              <a:ext uri="{FF2B5EF4-FFF2-40B4-BE49-F238E27FC236}">
                <a16:creationId xmlns:a16="http://schemas.microsoft.com/office/drawing/2014/main" id="{54ACCDAB-C77A-2BA9-2E9D-5F9AA0E85BDE}"/>
              </a:ext>
            </a:extLst>
          </p:cNvPr>
          <p:cNvGrpSpPr/>
          <p:nvPr/>
        </p:nvGrpSpPr>
        <p:grpSpPr>
          <a:xfrm>
            <a:off x="2038751" y="1184292"/>
            <a:ext cx="5506444" cy="1083696"/>
            <a:chOff x="628650" y="1143748"/>
            <a:chExt cx="5506444" cy="1083696"/>
          </a:xfrm>
        </p:grpSpPr>
        <p:sp>
          <p:nvSpPr>
            <p:cNvPr id="6" name="矩形 5">
              <a:extLst>
                <a:ext uri="{FF2B5EF4-FFF2-40B4-BE49-F238E27FC236}">
                  <a16:creationId xmlns:a16="http://schemas.microsoft.com/office/drawing/2014/main" id="{E51C03B5-6520-3346-E00C-D836CE2DFE42}"/>
                </a:ext>
              </a:extLst>
            </p:cNvPr>
            <p:cNvSpPr/>
            <p:nvPr/>
          </p:nvSpPr>
          <p:spPr>
            <a:xfrm>
              <a:off x="628650" y="1153788"/>
              <a:ext cx="5506444" cy="107365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Google Shape;187;p35">
              <a:extLst>
                <a:ext uri="{FF2B5EF4-FFF2-40B4-BE49-F238E27FC236}">
                  <a16:creationId xmlns:a16="http://schemas.microsoft.com/office/drawing/2014/main" id="{EB86412B-E029-9848-723C-82C68E70BA44}"/>
                </a:ext>
              </a:extLst>
            </p:cNvPr>
            <p:cNvSpPr txBox="1">
              <a:spLocks/>
            </p:cNvSpPr>
            <p:nvPr/>
          </p:nvSpPr>
          <p:spPr>
            <a:xfrm>
              <a:off x="2251605" y="1143748"/>
              <a:ext cx="2395287" cy="46409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04282"/>
                </a:buClr>
                <a:buSzPts val="1800"/>
                <a:buFont typeface="Arial"/>
                <a:buNone/>
                <a:defRPr sz="3300" b="1" i="0" u="none" strike="noStrike" cap="none">
                  <a:solidFill>
                    <a:srgbClr val="00428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300"/>
              </a:pPr>
              <a:r>
                <a:rPr lang="en-US" altLang="zh-CN" sz="1600" dirty="0"/>
                <a:t>Environment Setting</a:t>
              </a:r>
              <a:endParaRPr lang="en-US" sz="1600" dirty="0"/>
            </a:p>
          </p:txBody>
        </p:sp>
        <p:sp>
          <p:nvSpPr>
            <p:cNvPr id="7" name="文本框 6">
              <a:extLst>
                <a:ext uri="{FF2B5EF4-FFF2-40B4-BE49-F238E27FC236}">
                  <a16:creationId xmlns:a16="http://schemas.microsoft.com/office/drawing/2014/main" id="{A7F978D1-D03D-69FB-896C-B77C72E6A6E9}"/>
                </a:ext>
              </a:extLst>
            </p:cNvPr>
            <p:cNvSpPr txBox="1"/>
            <p:nvPr/>
          </p:nvSpPr>
          <p:spPr>
            <a:xfrm>
              <a:off x="765207" y="1483545"/>
              <a:ext cx="3469908" cy="335156"/>
            </a:xfrm>
            <a:prstGeom prst="rect">
              <a:avLst/>
            </a:prstGeom>
            <a:noFill/>
          </p:spPr>
          <p:txBody>
            <a:bodyPr wrap="square" rtlCol="0">
              <a:spAutoFit/>
            </a:bodyPr>
            <a:lstStyle/>
            <a:p>
              <a:pPr marL="171450" indent="-171450">
                <a:lnSpc>
                  <a:spcPct val="150000"/>
                </a:lnSpc>
                <a:buFont typeface="Wingdings" panose="05000000000000000000" pitchFamily="2" charset="2"/>
                <a:buChar char="l"/>
              </a:pPr>
              <a:r>
                <a:rPr lang="en-US" altLang="zh-CN" sz="1200" dirty="0"/>
                <a:t>Same </a:t>
              </a:r>
              <a:r>
                <a:rPr lang="en-US" altLang="zh-CN" sz="1200" dirty="0" err="1"/>
                <a:t>TradingEnv</a:t>
              </a:r>
              <a:r>
                <a:rPr lang="en-US" altLang="zh-CN" sz="1200" dirty="0"/>
                <a:t> as DQN and DDQN</a:t>
              </a:r>
            </a:p>
          </p:txBody>
        </p:sp>
        <p:sp>
          <p:nvSpPr>
            <p:cNvPr id="9" name="文本框 8">
              <a:extLst>
                <a:ext uri="{FF2B5EF4-FFF2-40B4-BE49-F238E27FC236}">
                  <a16:creationId xmlns:a16="http://schemas.microsoft.com/office/drawing/2014/main" id="{8A0226B7-EBD0-DAE6-C12A-A263F7E2C4AD}"/>
                </a:ext>
              </a:extLst>
            </p:cNvPr>
            <p:cNvSpPr txBox="1"/>
            <p:nvPr/>
          </p:nvSpPr>
          <p:spPr>
            <a:xfrm>
              <a:off x="765207" y="1797406"/>
              <a:ext cx="5173580" cy="276999"/>
            </a:xfrm>
            <a:prstGeom prst="rect">
              <a:avLst/>
            </a:prstGeom>
            <a:noFill/>
          </p:spPr>
          <p:txBody>
            <a:bodyPr wrap="square">
              <a:spAutoFit/>
            </a:bodyPr>
            <a:lstStyle/>
            <a:p>
              <a:pPr marL="171450" indent="-171450">
                <a:buFont typeface="Wingdings" panose="05000000000000000000" pitchFamily="2" charset="2"/>
                <a:buChar char="l"/>
              </a:pPr>
              <a:r>
                <a:rPr lang="en-US" altLang="zh-CN" sz="1200" dirty="0"/>
                <a:t>Same state, action space, reward and transaction cost</a:t>
              </a:r>
              <a:endParaRPr lang="zh-CN" altLang="en-US" sz="1200" dirty="0"/>
            </a:p>
          </p:txBody>
        </p:sp>
      </p:grpSp>
      <p:pic>
        <p:nvPicPr>
          <p:cNvPr id="21" name="图片 20">
            <a:extLst>
              <a:ext uri="{FF2B5EF4-FFF2-40B4-BE49-F238E27FC236}">
                <a16:creationId xmlns:a16="http://schemas.microsoft.com/office/drawing/2014/main" id="{B89762F7-CEFA-2AF1-D016-34E8154596BA}"/>
              </a:ext>
            </a:extLst>
          </p:cNvPr>
          <p:cNvPicPr>
            <a:picLocks noChangeAspect="1"/>
          </p:cNvPicPr>
          <p:nvPr/>
        </p:nvPicPr>
        <p:blipFill>
          <a:blip r:embed="rId3"/>
          <a:srcRect t="8232"/>
          <a:stretch>
            <a:fillRect/>
          </a:stretch>
        </p:blipFill>
        <p:spPr>
          <a:xfrm>
            <a:off x="519063" y="2414764"/>
            <a:ext cx="5621852" cy="2349800"/>
          </a:xfrm>
          <a:prstGeom prst="rect">
            <a:avLst/>
          </a:prstGeom>
        </p:spPr>
      </p:pic>
      <p:grpSp>
        <p:nvGrpSpPr>
          <p:cNvPr id="29" name="组合 28">
            <a:extLst>
              <a:ext uri="{FF2B5EF4-FFF2-40B4-BE49-F238E27FC236}">
                <a16:creationId xmlns:a16="http://schemas.microsoft.com/office/drawing/2014/main" id="{2ABD9E45-F354-53FF-7752-7B6C370DAE2E}"/>
              </a:ext>
            </a:extLst>
          </p:cNvPr>
          <p:cNvGrpSpPr/>
          <p:nvPr/>
        </p:nvGrpSpPr>
        <p:grpSpPr>
          <a:xfrm>
            <a:off x="6381810" y="3188476"/>
            <a:ext cx="2487867" cy="939077"/>
            <a:chOff x="6622444" y="3389166"/>
            <a:chExt cx="2487867" cy="939077"/>
          </a:xfrm>
        </p:grpSpPr>
        <p:pic>
          <p:nvPicPr>
            <p:cNvPr id="24" name="图片 23">
              <a:extLst>
                <a:ext uri="{FF2B5EF4-FFF2-40B4-BE49-F238E27FC236}">
                  <a16:creationId xmlns:a16="http://schemas.microsoft.com/office/drawing/2014/main" id="{55A1F783-0D40-55CB-A0E0-DA0A4286F23F}"/>
                </a:ext>
              </a:extLst>
            </p:cNvPr>
            <p:cNvPicPr>
              <a:picLocks noChangeAspect="1"/>
            </p:cNvPicPr>
            <p:nvPr/>
          </p:nvPicPr>
          <p:blipFill>
            <a:blip r:embed="rId4"/>
            <a:stretch>
              <a:fillRect/>
            </a:stretch>
          </p:blipFill>
          <p:spPr>
            <a:xfrm>
              <a:off x="6622444" y="3703984"/>
              <a:ext cx="1926594" cy="624259"/>
            </a:xfrm>
            <a:prstGeom prst="rect">
              <a:avLst/>
            </a:prstGeom>
          </p:spPr>
        </p:pic>
        <p:sp>
          <p:nvSpPr>
            <p:cNvPr id="26" name="文本框 25">
              <a:extLst>
                <a:ext uri="{FF2B5EF4-FFF2-40B4-BE49-F238E27FC236}">
                  <a16:creationId xmlns:a16="http://schemas.microsoft.com/office/drawing/2014/main" id="{D01906E7-FEE8-09EF-5C43-D0DE5924B3D8}"/>
                </a:ext>
              </a:extLst>
            </p:cNvPr>
            <p:cNvSpPr txBox="1"/>
            <p:nvPr/>
          </p:nvSpPr>
          <p:spPr>
            <a:xfrm>
              <a:off x="7272150" y="3389166"/>
              <a:ext cx="1838161" cy="276999"/>
            </a:xfrm>
            <a:prstGeom prst="rect">
              <a:avLst/>
            </a:prstGeom>
            <a:noFill/>
          </p:spPr>
          <p:txBody>
            <a:bodyPr wrap="square">
              <a:spAutoFit/>
            </a:bodyPr>
            <a:lstStyle/>
            <a:p>
              <a:r>
                <a:rPr lang="en-US" altLang="zh-CN" sz="1200" dirty="0"/>
                <a:t>: </a:t>
              </a:r>
              <a:r>
                <a:rPr lang="zh-CN" altLang="en-US" sz="1200" dirty="0"/>
                <a:t>entropy regularisatio</a:t>
              </a:r>
              <a:r>
                <a:rPr lang="en-US" altLang="zh-CN" sz="1200" dirty="0"/>
                <a:t>n</a:t>
              </a:r>
              <a:endParaRPr lang="zh-CN" altLang="en-US" sz="1200" dirty="0"/>
            </a:p>
          </p:txBody>
        </p:sp>
        <p:pic>
          <p:nvPicPr>
            <p:cNvPr id="28" name="图片 27">
              <a:extLst>
                <a:ext uri="{FF2B5EF4-FFF2-40B4-BE49-F238E27FC236}">
                  <a16:creationId xmlns:a16="http://schemas.microsoft.com/office/drawing/2014/main" id="{DB06BE1C-8836-7BB5-130A-639F35A0E202}"/>
                </a:ext>
              </a:extLst>
            </p:cNvPr>
            <p:cNvPicPr>
              <a:picLocks noChangeAspect="1"/>
            </p:cNvPicPr>
            <p:nvPr/>
          </p:nvPicPr>
          <p:blipFill>
            <a:blip r:embed="rId5"/>
            <a:stretch>
              <a:fillRect/>
            </a:stretch>
          </p:blipFill>
          <p:spPr>
            <a:xfrm>
              <a:off x="6622444" y="3426985"/>
              <a:ext cx="731257" cy="201362"/>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39CC2402-2A9A-4A63-0924-55BA7E82C309}"/>
            </a:ext>
          </a:extLst>
        </p:cNvPr>
        <p:cNvGrpSpPr/>
        <p:nvPr/>
      </p:nvGrpSpPr>
      <p:grpSpPr>
        <a:xfrm>
          <a:off x="0" y="0"/>
          <a:ext cx="0" cy="0"/>
          <a:chOff x="0" y="0"/>
          <a:chExt cx="0" cy="0"/>
        </a:xfrm>
      </p:grpSpPr>
      <p:sp>
        <p:nvSpPr>
          <p:cNvPr id="187" name="Google Shape;187;p35">
            <a:extLst>
              <a:ext uri="{FF2B5EF4-FFF2-40B4-BE49-F238E27FC236}">
                <a16:creationId xmlns:a16="http://schemas.microsoft.com/office/drawing/2014/main" id="{33186DA9-1CF2-FF59-DF4C-D8453C4E6D33}"/>
              </a:ext>
            </a:extLst>
          </p:cNvPr>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4282"/>
              </a:buClr>
              <a:buSzPts val="3300"/>
              <a:buFont typeface="Arial"/>
              <a:buNone/>
            </a:pPr>
            <a:r>
              <a:rPr lang="en-US" altLang="zh-CN" dirty="0"/>
              <a:t>PPO Implementation</a:t>
            </a:r>
            <a:endParaRPr dirty="0"/>
          </a:p>
        </p:txBody>
      </p:sp>
      <p:sp>
        <p:nvSpPr>
          <p:cNvPr id="188" name="Google Shape;188;p35">
            <a:extLst>
              <a:ext uri="{FF2B5EF4-FFF2-40B4-BE49-F238E27FC236}">
                <a16:creationId xmlns:a16="http://schemas.microsoft.com/office/drawing/2014/main" id="{2D7C6BFD-BA94-35CE-2347-F0C06AA244B1}"/>
              </a:ext>
            </a:extLst>
          </p:cNvPr>
          <p:cNvSpPr/>
          <p:nvPr/>
        </p:nvSpPr>
        <p:spPr>
          <a:xfrm>
            <a:off x="594360" y="565190"/>
            <a:ext cx="36600" cy="411600"/>
          </a:xfrm>
          <a:prstGeom prst="rect">
            <a:avLst/>
          </a:prstGeom>
          <a:solidFill>
            <a:srgbClr val="ED7F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grpSp>
        <p:nvGrpSpPr>
          <p:cNvPr id="22" name="组合 21">
            <a:extLst>
              <a:ext uri="{FF2B5EF4-FFF2-40B4-BE49-F238E27FC236}">
                <a16:creationId xmlns:a16="http://schemas.microsoft.com/office/drawing/2014/main" id="{1E36CA17-35CC-EFB4-443C-542FF2A3E1E1}"/>
              </a:ext>
            </a:extLst>
          </p:cNvPr>
          <p:cNvGrpSpPr/>
          <p:nvPr/>
        </p:nvGrpSpPr>
        <p:grpSpPr>
          <a:xfrm>
            <a:off x="2038751" y="1182010"/>
            <a:ext cx="5506444" cy="1083696"/>
            <a:chOff x="628650" y="1143748"/>
            <a:chExt cx="5506444" cy="1083696"/>
          </a:xfrm>
        </p:grpSpPr>
        <p:sp>
          <p:nvSpPr>
            <p:cNvPr id="6" name="矩形 5">
              <a:extLst>
                <a:ext uri="{FF2B5EF4-FFF2-40B4-BE49-F238E27FC236}">
                  <a16:creationId xmlns:a16="http://schemas.microsoft.com/office/drawing/2014/main" id="{D0D081DA-FFA3-052E-AB0A-CDDA1866A196}"/>
                </a:ext>
              </a:extLst>
            </p:cNvPr>
            <p:cNvSpPr/>
            <p:nvPr/>
          </p:nvSpPr>
          <p:spPr>
            <a:xfrm>
              <a:off x="628650" y="1153788"/>
              <a:ext cx="5506444" cy="107365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Google Shape;187;p35">
              <a:extLst>
                <a:ext uri="{FF2B5EF4-FFF2-40B4-BE49-F238E27FC236}">
                  <a16:creationId xmlns:a16="http://schemas.microsoft.com/office/drawing/2014/main" id="{B5E1DBBC-0485-A4CD-E7B1-E539463F9319}"/>
                </a:ext>
              </a:extLst>
            </p:cNvPr>
            <p:cNvSpPr txBox="1">
              <a:spLocks/>
            </p:cNvSpPr>
            <p:nvPr/>
          </p:nvSpPr>
          <p:spPr>
            <a:xfrm>
              <a:off x="2251605" y="1143748"/>
              <a:ext cx="2395287" cy="46409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04282"/>
                </a:buClr>
                <a:buSzPts val="1800"/>
                <a:buFont typeface="Arial"/>
                <a:buNone/>
                <a:defRPr sz="3300" b="1" i="0" u="none" strike="noStrike" cap="none">
                  <a:solidFill>
                    <a:srgbClr val="00428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300"/>
              </a:pPr>
              <a:r>
                <a:rPr lang="en-US" altLang="zh-CN" sz="1600" dirty="0"/>
                <a:t>Environment Setting</a:t>
              </a:r>
              <a:endParaRPr lang="en-US" sz="1600" dirty="0"/>
            </a:p>
          </p:txBody>
        </p:sp>
        <p:sp>
          <p:nvSpPr>
            <p:cNvPr id="7" name="文本框 6">
              <a:extLst>
                <a:ext uri="{FF2B5EF4-FFF2-40B4-BE49-F238E27FC236}">
                  <a16:creationId xmlns:a16="http://schemas.microsoft.com/office/drawing/2014/main" id="{22BF64DF-E38C-2D3B-B202-C13633075BCC}"/>
                </a:ext>
              </a:extLst>
            </p:cNvPr>
            <p:cNvSpPr txBox="1"/>
            <p:nvPr/>
          </p:nvSpPr>
          <p:spPr>
            <a:xfrm>
              <a:off x="765207" y="1483545"/>
              <a:ext cx="3469908" cy="335156"/>
            </a:xfrm>
            <a:prstGeom prst="rect">
              <a:avLst/>
            </a:prstGeom>
            <a:noFill/>
          </p:spPr>
          <p:txBody>
            <a:bodyPr wrap="square" rtlCol="0">
              <a:spAutoFit/>
            </a:bodyPr>
            <a:lstStyle/>
            <a:p>
              <a:pPr marL="171450" indent="-171450">
                <a:lnSpc>
                  <a:spcPct val="150000"/>
                </a:lnSpc>
                <a:buFont typeface="Wingdings" panose="05000000000000000000" pitchFamily="2" charset="2"/>
                <a:buChar char="l"/>
              </a:pPr>
              <a:r>
                <a:rPr lang="en-US" altLang="zh-CN" sz="1200" dirty="0"/>
                <a:t>A2C can suffer from unstable policy updates</a:t>
              </a:r>
            </a:p>
          </p:txBody>
        </p:sp>
        <p:sp>
          <p:nvSpPr>
            <p:cNvPr id="9" name="文本框 8">
              <a:extLst>
                <a:ext uri="{FF2B5EF4-FFF2-40B4-BE49-F238E27FC236}">
                  <a16:creationId xmlns:a16="http://schemas.microsoft.com/office/drawing/2014/main" id="{01CDC2F1-F5E1-B77B-A089-EDCC0789049E}"/>
                </a:ext>
              </a:extLst>
            </p:cNvPr>
            <p:cNvSpPr txBox="1"/>
            <p:nvPr/>
          </p:nvSpPr>
          <p:spPr>
            <a:xfrm>
              <a:off x="765207" y="1797406"/>
              <a:ext cx="5173580" cy="276999"/>
            </a:xfrm>
            <a:prstGeom prst="rect">
              <a:avLst/>
            </a:prstGeom>
            <a:noFill/>
          </p:spPr>
          <p:txBody>
            <a:bodyPr wrap="square">
              <a:spAutoFit/>
            </a:bodyPr>
            <a:lstStyle/>
            <a:p>
              <a:pPr marL="171450" indent="-171450">
                <a:buFont typeface="Wingdings" panose="05000000000000000000" pitchFamily="2" charset="2"/>
                <a:buChar char="l"/>
              </a:pPr>
              <a:r>
                <a:rPr lang="en-US" altLang="zh-CN" sz="1200" dirty="0"/>
                <a:t>PPO improves stability in noisy trading </a:t>
              </a:r>
              <a:r>
                <a:rPr lang="en-US" altLang="zh-CN" sz="1200" dirty="0" err="1"/>
                <a:t>envionments</a:t>
              </a:r>
              <a:endParaRPr lang="zh-CN" altLang="en-US" sz="1200" dirty="0"/>
            </a:p>
          </p:txBody>
        </p:sp>
      </p:grpSp>
      <p:pic>
        <p:nvPicPr>
          <p:cNvPr id="3" name="图片 2">
            <a:extLst>
              <a:ext uri="{FF2B5EF4-FFF2-40B4-BE49-F238E27FC236}">
                <a16:creationId xmlns:a16="http://schemas.microsoft.com/office/drawing/2014/main" id="{FBC02F44-65A3-1886-6846-3A3AE7980F0E}"/>
              </a:ext>
            </a:extLst>
          </p:cNvPr>
          <p:cNvPicPr>
            <a:picLocks noChangeAspect="1"/>
          </p:cNvPicPr>
          <p:nvPr/>
        </p:nvPicPr>
        <p:blipFill>
          <a:blip r:embed="rId3"/>
          <a:srcRect t="11029" b="14644"/>
          <a:stretch>
            <a:fillRect/>
          </a:stretch>
        </p:blipFill>
        <p:spPr>
          <a:xfrm>
            <a:off x="832722" y="2342772"/>
            <a:ext cx="5053822" cy="2512637"/>
          </a:xfrm>
          <a:prstGeom prst="rect">
            <a:avLst/>
          </a:prstGeom>
        </p:spPr>
      </p:pic>
      <p:sp>
        <p:nvSpPr>
          <p:cNvPr id="4" name="文本框 3">
            <a:extLst>
              <a:ext uri="{FF2B5EF4-FFF2-40B4-BE49-F238E27FC236}">
                <a16:creationId xmlns:a16="http://schemas.microsoft.com/office/drawing/2014/main" id="{016C6DA1-CBA3-26D8-02BA-6B7FBCF30BF5}"/>
              </a:ext>
            </a:extLst>
          </p:cNvPr>
          <p:cNvSpPr txBox="1"/>
          <p:nvPr/>
        </p:nvSpPr>
        <p:spPr>
          <a:xfrm>
            <a:off x="6001350" y="3150222"/>
            <a:ext cx="2695075" cy="691664"/>
          </a:xfrm>
          <a:prstGeom prst="rect">
            <a:avLst/>
          </a:prstGeom>
          <a:noFill/>
        </p:spPr>
        <p:txBody>
          <a:bodyPr wrap="square" rtlCol="0">
            <a:spAutoFit/>
          </a:bodyPr>
          <a:lstStyle/>
          <a:p>
            <a:pPr marL="171450" indent="-171450">
              <a:lnSpc>
                <a:spcPts val="1600"/>
              </a:lnSpc>
              <a:buFont typeface="Wingdings" panose="05000000000000000000" pitchFamily="2" charset="2"/>
              <a:buChar char="l"/>
            </a:pPr>
            <a:r>
              <a:rPr lang="en-US" altLang="zh-CN" sz="1200" dirty="0"/>
              <a:t>PPO stabilizes policy update by clipping how much the new policy can deviate from the old policy.</a:t>
            </a:r>
          </a:p>
        </p:txBody>
      </p:sp>
    </p:spTree>
    <p:extLst>
      <p:ext uri="{BB962C8B-B14F-4D97-AF65-F5344CB8AC3E}">
        <p14:creationId xmlns:p14="http://schemas.microsoft.com/office/powerpoint/2010/main" val="308460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5AFED23B-FB40-33AA-2824-490B892B5A2D}"/>
            </a:ext>
          </a:extLst>
        </p:cNvPr>
        <p:cNvGrpSpPr/>
        <p:nvPr/>
      </p:nvGrpSpPr>
      <p:grpSpPr>
        <a:xfrm>
          <a:off x="0" y="0"/>
          <a:ext cx="0" cy="0"/>
          <a:chOff x="0" y="0"/>
          <a:chExt cx="0" cy="0"/>
        </a:xfrm>
      </p:grpSpPr>
      <p:sp>
        <p:nvSpPr>
          <p:cNvPr id="187" name="Google Shape;187;p35">
            <a:extLst>
              <a:ext uri="{FF2B5EF4-FFF2-40B4-BE49-F238E27FC236}">
                <a16:creationId xmlns:a16="http://schemas.microsoft.com/office/drawing/2014/main" id="{33E67256-9687-FDD0-F88E-82B70F6FDBDF}"/>
              </a:ext>
            </a:extLst>
          </p:cNvPr>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4282"/>
              </a:buClr>
              <a:buSzPts val="3300"/>
              <a:buFont typeface="Arial"/>
              <a:buNone/>
            </a:pPr>
            <a:r>
              <a:rPr lang="en-US" altLang="zh-CN" dirty="0"/>
              <a:t>Results and</a:t>
            </a:r>
            <a:r>
              <a:rPr lang="zh-CN" altLang="en-US" dirty="0"/>
              <a:t> </a:t>
            </a:r>
            <a:r>
              <a:rPr lang="en-US" altLang="zh-CN" dirty="0"/>
              <a:t>Conclusion</a:t>
            </a:r>
            <a:endParaRPr dirty="0"/>
          </a:p>
        </p:txBody>
      </p:sp>
      <p:sp>
        <p:nvSpPr>
          <p:cNvPr id="188" name="Google Shape;188;p35">
            <a:extLst>
              <a:ext uri="{FF2B5EF4-FFF2-40B4-BE49-F238E27FC236}">
                <a16:creationId xmlns:a16="http://schemas.microsoft.com/office/drawing/2014/main" id="{C50CEFC2-1005-61F5-0D9C-ABE1614014F5}"/>
              </a:ext>
            </a:extLst>
          </p:cNvPr>
          <p:cNvSpPr/>
          <p:nvPr/>
        </p:nvSpPr>
        <p:spPr>
          <a:xfrm>
            <a:off x="594360" y="565190"/>
            <a:ext cx="36600" cy="411600"/>
          </a:xfrm>
          <a:prstGeom prst="rect">
            <a:avLst/>
          </a:prstGeom>
          <a:solidFill>
            <a:srgbClr val="ED7F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graphicFrame>
        <p:nvGraphicFramePr>
          <p:cNvPr id="2" name="表格 1">
            <a:extLst>
              <a:ext uri="{FF2B5EF4-FFF2-40B4-BE49-F238E27FC236}">
                <a16:creationId xmlns:a16="http://schemas.microsoft.com/office/drawing/2014/main" id="{68A2800E-BF9D-E2A7-4052-3373C98BADDC}"/>
              </a:ext>
            </a:extLst>
          </p:cNvPr>
          <p:cNvGraphicFramePr>
            <a:graphicFrameLocks noGrp="1"/>
          </p:cNvGraphicFramePr>
          <p:nvPr>
            <p:extLst>
              <p:ext uri="{D42A27DB-BD31-4B8C-83A1-F6EECF244321}">
                <p14:modId xmlns:p14="http://schemas.microsoft.com/office/powerpoint/2010/main" val="58165663"/>
              </p:ext>
            </p:extLst>
          </p:nvPr>
        </p:nvGraphicFramePr>
        <p:xfrm>
          <a:off x="822309" y="1268044"/>
          <a:ext cx="7499382" cy="1483360"/>
        </p:xfrm>
        <a:graphic>
          <a:graphicData uri="http://schemas.openxmlformats.org/drawingml/2006/table">
            <a:tbl>
              <a:tblPr firstRow="1" bandRow="1">
                <a:tableStyleId>{3B4B98B0-60AC-42C2-AFA5-B58CD77FA1E5}</a:tableStyleId>
              </a:tblPr>
              <a:tblGrid>
                <a:gridCol w="1249897">
                  <a:extLst>
                    <a:ext uri="{9D8B030D-6E8A-4147-A177-3AD203B41FA5}">
                      <a16:colId xmlns:a16="http://schemas.microsoft.com/office/drawing/2014/main" val="1092981251"/>
                    </a:ext>
                  </a:extLst>
                </a:gridCol>
                <a:gridCol w="1249897">
                  <a:extLst>
                    <a:ext uri="{9D8B030D-6E8A-4147-A177-3AD203B41FA5}">
                      <a16:colId xmlns:a16="http://schemas.microsoft.com/office/drawing/2014/main" val="655462471"/>
                    </a:ext>
                  </a:extLst>
                </a:gridCol>
                <a:gridCol w="1249897">
                  <a:extLst>
                    <a:ext uri="{9D8B030D-6E8A-4147-A177-3AD203B41FA5}">
                      <a16:colId xmlns:a16="http://schemas.microsoft.com/office/drawing/2014/main" val="2617140335"/>
                    </a:ext>
                  </a:extLst>
                </a:gridCol>
                <a:gridCol w="1249897">
                  <a:extLst>
                    <a:ext uri="{9D8B030D-6E8A-4147-A177-3AD203B41FA5}">
                      <a16:colId xmlns:a16="http://schemas.microsoft.com/office/drawing/2014/main" val="2256593720"/>
                    </a:ext>
                  </a:extLst>
                </a:gridCol>
                <a:gridCol w="1249897">
                  <a:extLst>
                    <a:ext uri="{9D8B030D-6E8A-4147-A177-3AD203B41FA5}">
                      <a16:colId xmlns:a16="http://schemas.microsoft.com/office/drawing/2014/main" val="209677006"/>
                    </a:ext>
                  </a:extLst>
                </a:gridCol>
                <a:gridCol w="1249897">
                  <a:extLst>
                    <a:ext uri="{9D8B030D-6E8A-4147-A177-3AD203B41FA5}">
                      <a16:colId xmlns:a16="http://schemas.microsoft.com/office/drawing/2014/main" val="367923945"/>
                    </a:ext>
                  </a:extLst>
                </a:gridCol>
              </a:tblGrid>
              <a:tr h="370840">
                <a:tc>
                  <a:txBody>
                    <a:bodyPr/>
                    <a:lstStyle/>
                    <a:p>
                      <a:pPr algn="ctr"/>
                      <a:r>
                        <a:rPr lang="en-US" altLang="zh-CN" sz="1200" dirty="0"/>
                        <a:t>Metrics</a:t>
                      </a:r>
                      <a:endParaRPr lang="zh-CN" altLang="en-US" sz="1200" dirty="0"/>
                    </a:p>
                  </a:txBody>
                  <a:tcPr/>
                </a:tc>
                <a:tc>
                  <a:txBody>
                    <a:bodyPr/>
                    <a:lstStyle/>
                    <a:p>
                      <a:pPr algn="ctr"/>
                      <a:r>
                        <a:rPr lang="en-US" altLang="zh-CN" sz="1200" dirty="0"/>
                        <a:t>DQN</a:t>
                      </a:r>
                      <a:endParaRPr lang="zh-CN" altLang="en-US" sz="1200" dirty="0"/>
                    </a:p>
                  </a:txBody>
                  <a:tcPr/>
                </a:tc>
                <a:tc>
                  <a:txBody>
                    <a:bodyPr/>
                    <a:lstStyle/>
                    <a:p>
                      <a:pPr algn="ctr"/>
                      <a:r>
                        <a:rPr lang="en-US" altLang="zh-CN" sz="1200" dirty="0"/>
                        <a:t>DDQN</a:t>
                      </a:r>
                      <a:endParaRPr lang="zh-CN" altLang="en-US" sz="1200" dirty="0"/>
                    </a:p>
                  </a:txBody>
                  <a:tcPr/>
                </a:tc>
                <a:tc>
                  <a:txBody>
                    <a:bodyPr/>
                    <a:lstStyle/>
                    <a:p>
                      <a:pPr algn="ctr"/>
                      <a:r>
                        <a:rPr lang="en-US" altLang="zh-CN" sz="1200" dirty="0"/>
                        <a:t>A2C</a:t>
                      </a:r>
                      <a:endParaRPr lang="zh-CN" altLang="en-US" sz="1200" dirty="0"/>
                    </a:p>
                  </a:txBody>
                  <a:tcPr/>
                </a:tc>
                <a:tc>
                  <a:txBody>
                    <a:bodyPr/>
                    <a:lstStyle/>
                    <a:p>
                      <a:pPr algn="ctr"/>
                      <a:r>
                        <a:rPr lang="en-US" altLang="zh-CN" sz="1200" dirty="0"/>
                        <a:t>PPO</a:t>
                      </a:r>
                      <a:endParaRPr lang="zh-CN" altLang="en-US" sz="1200" dirty="0"/>
                    </a:p>
                  </a:txBody>
                  <a:tcPr/>
                </a:tc>
                <a:tc>
                  <a:txBody>
                    <a:bodyPr/>
                    <a:lstStyle/>
                    <a:p>
                      <a:pPr algn="ctr"/>
                      <a:r>
                        <a:rPr lang="en-US" altLang="zh-CN" sz="1200" dirty="0"/>
                        <a:t>Momentum-20</a:t>
                      </a:r>
                      <a:endParaRPr lang="zh-CN" altLang="en-US" sz="1200" dirty="0"/>
                    </a:p>
                  </a:txBody>
                  <a:tcPr/>
                </a:tc>
                <a:extLst>
                  <a:ext uri="{0D108BD9-81ED-4DB2-BD59-A6C34878D82A}">
                    <a16:rowId xmlns:a16="http://schemas.microsoft.com/office/drawing/2014/main" val="1383473081"/>
                  </a:ext>
                </a:extLst>
              </a:tr>
              <a:tr h="370840">
                <a:tc>
                  <a:txBody>
                    <a:bodyPr/>
                    <a:lstStyle/>
                    <a:p>
                      <a:pPr algn="ctr"/>
                      <a:r>
                        <a:rPr lang="en-US" altLang="zh-CN" sz="1200" dirty="0"/>
                        <a:t>Cum. Return</a:t>
                      </a:r>
                      <a:endParaRPr lang="zh-CN" altLang="en-US" sz="1200" dirty="0"/>
                    </a:p>
                  </a:txBody>
                  <a:tcPr/>
                </a:tc>
                <a:tc>
                  <a:txBody>
                    <a:bodyPr/>
                    <a:lstStyle/>
                    <a:p>
                      <a:pPr algn="ctr"/>
                      <a:r>
                        <a:rPr lang="en-US" altLang="zh-CN" sz="1200" dirty="0"/>
                        <a:t>+171.7 %</a:t>
                      </a:r>
                      <a:endParaRPr lang="zh-CN" altLang="en-US" sz="1200" dirty="0"/>
                    </a:p>
                  </a:txBody>
                  <a:tcPr/>
                </a:tc>
                <a:tc>
                  <a:txBody>
                    <a:bodyPr/>
                    <a:lstStyle/>
                    <a:p>
                      <a:pPr algn="ctr"/>
                      <a:r>
                        <a:rPr lang="en-US" altLang="zh-CN" sz="1200" dirty="0"/>
                        <a:t>+172.5 %</a:t>
                      </a:r>
                      <a:endParaRPr lang="zh-CN" altLang="en-US" sz="1200" dirty="0"/>
                    </a:p>
                  </a:txBody>
                  <a:tcPr/>
                </a:tc>
                <a:tc>
                  <a:txBody>
                    <a:bodyPr/>
                    <a:lstStyle/>
                    <a:p>
                      <a:pPr algn="ctr"/>
                      <a:r>
                        <a:rPr lang="en-US" altLang="zh-CN" sz="1200" b="1" dirty="0"/>
                        <a:t>+182.9 %</a:t>
                      </a:r>
                      <a:endParaRPr lang="zh-CN" altLang="en-US" sz="1200" b="1" dirty="0"/>
                    </a:p>
                  </a:txBody>
                  <a:tcPr/>
                </a:tc>
                <a:tc>
                  <a:txBody>
                    <a:bodyPr/>
                    <a:lstStyle/>
                    <a:p>
                      <a:pPr algn="ctr"/>
                      <a:r>
                        <a:rPr lang="en-US" altLang="zh-CN" sz="1200" b="1" dirty="0"/>
                        <a:t>+184.3 %</a:t>
                      </a:r>
                      <a:endParaRPr lang="zh-CN" altLang="en-US" sz="1200" b="1" dirty="0"/>
                    </a:p>
                  </a:txBody>
                  <a:tcPr/>
                </a:tc>
                <a:tc>
                  <a:txBody>
                    <a:bodyPr/>
                    <a:lstStyle/>
                    <a:p>
                      <a:pPr algn="ctr"/>
                      <a:r>
                        <a:rPr lang="en-US" altLang="zh-CN" sz="1200" b="0" dirty="0"/>
                        <a:t>+167.0 %</a:t>
                      </a:r>
                      <a:endParaRPr lang="zh-CN" altLang="en-US" sz="1200" b="0" dirty="0"/>
                    </a:p>
                  </a:txBody>
                  <a:tcPr/>
                </a:tc>
                <a:extLst>
                  <a:ext uri="{0D108BD9-81ED-4DB2-BD59-A6C34878D82A}">
                    <a16:rowId xmlns:a16="http://schemas.microsoft.com/office/drawing/2014/main" val="4195244468"/>
                  </a:ext>
                </a:extLst>
              </a:tr>
              <a:tr h="370840">
                <a:tc>
                  <a:txBody>
                    <a:bodyPr/>
                    <a:lstStyle/>
                    <a:p>
                      <a:pPr algn="ctr"/>
                      <a:r>
                        <a:rPr lang="en-US" altLang="zh-CN" sz="1200" dirty="0"/>
                        <a:t>Sharpe</a:t>
                      </a:r>
                      <a:endParaRPr lang="zh-CN" altLang="en-US" sz="1200" dirty="0"/>
                    </a:p>
                  </a:txBody>
                  <a:tcPr/>
                </a:tc>
                <a:tc>
                  <a:txBody>
                    <a:bodyPr/>
                    <a:lstStyle/>
                    <a:p>
                      <a:pPr algn="ctr"/>
                      <a:r>
                        <a:rPr lang="en-US" altLang="zh-CN" sz="1200" dirty="0"/>
                        <a:t>+2.73</a:t>
                      </a:r>
                      <a:endParaRPr lang="zh-CN" altLang="en-US" sz="1200" dirty="0"/>
                    </a:p>
                  </a:txBody>
                  <a:tcPr/>
                </a:tc>
                <a:tc>
                  <a:txBody>
                    <a:bodyPr/>
                    <a:lstStyle/>
                    <a:p>
                      <a:pPr algn="ctr"/>
                      <a:r>
                        <a:rPr lang="en-US" altLang="zh-CN" sz="1200" dirty="0"/>
                        <a:t>+2.73</a:t>
                      </a:r>
                      <a:endParaRPr lang="zh-CN" altLang="en-US" sz="1200" dirty="0"/>
                    </a:p>
                  </a:txBody>
                  <a:tcPr/>
                </a:tc>
                <a:tc>
                  <a:txBody>
                    <a:bodyPr/>
                    <a:lstStyle/>
                    <a:p>
                      <a:pPr algn="ctr"/>
                      <a:r>
                        <a:rPr lang="en-US" altLang="zh-CN" sz="1200" b="1" dirty="0"/>
                        <a:t>+2.79</a:t>
                      </a:r>
                      <a:endParaRPr lang="zh-CN" altLang="en-US" sz="1200" b="1" dirty="0"/>
                    </a:p>
                  </a:txBody>
                  <a:tcPr/>
                </a:tc>
                <a:tc>
                  <a:txBody>
                    <a:bodyPr/>
                    <a:lstStyle/>
                    <a:p>
                      <a:pPr algn="ctr"/>
                      <a:r>
                        <a:rPr lang="en-US" altLang="zh-CN" sz="1200" b="1" dirty="0"/>
                        <a:t>+2.81</a:t>
                      </a:r>
                      <a:endParaRPr lang="zh-CN" altLang="en-US" sz="1200" b="1" dirty="0"/>
                    </a:p>
                  </a:txBody>
                  <a:tcPr/>
                </a:tc>
                <a:tc>
                  <a:txBody>
                    <a:bodyPr/>
                    <a:lstStyle/>
                    <a:p>
                      <a:pPr algn="ctr"/>
                      <a:r>
                        <a:rPr lang="en-US" altLang="zh-CN" sz="1200" b="0" dirty="0"/>
                        <a:t>+2.61</a:t>
                      </a:r>
                      <a:endParaRPr lang="zh-CN" altLang="en-US" sz="1200" b="0" dirty="0"/>
                    </a:p>
                  </a:txBody>
                  <a:tcPr/>
                </a:tc>
                <a:extLst>
                  <a:ext uri="{0D108BD9-81ED-4DB2-BD59-A6C34878D82A}">
                    <a16:rowId xmlns:a16="http://schemas.microsoft.com/office/drawing/2014/main" val="3774741316"/>
                  </a:ext>
                </a:extLst>
              </a:tr>
              <a:tr h="370840">
                <a:tc>
                  <a:txBody>
                    <a:bodyPr/>
                    <a:lstStyle/>
                    <a:p>
                      <a:pPr algn="ctr"/>
                      <a:r>
                        <a:rPr lang="en-US" altLang="zh-CN" sz="1200" dirty="0"/>
                        <a:t>Max Drawdown</a:t>
                      </a:r>
                      <a:endParaRPr lang="zh-CN" altLang="en-US" sz="1200" dirty="0"/>
                    </a:p>
                  </a:txBody>
                  <a:tcPr/>
                </a:tc>
                <a:tc>
                  <a:txBody>
                    <a:bodyPr/>
                    <a:lstStyle/>
                    <a:p>
                      <a:pPr algn="ctr"/>
                      <a:r>
                        <a:rPr lang="en-US" altLang="zh-CN" sz="1200" dirty="0"/>
                        <a:t>-15.5 %</a:t>
                      </a:r>
                      <a:endParaRPr lang="zh-CN" altLang="en-US" sz="1200" dirty="0"/>
                    </a:p>
                  </a:txBody>
                  <a:tcPr/>
                </a:tc>
                <a:tc>
                  <a:txBody>
                    <a:bodyPr/>
                    <a:lstStyle/>
                    <a:p>
                      <a:pPr algn="ctr"/>
                      <a:r>
                        <a:rPr lang="en-US" altLang="zh-CN" sz="1200" dirty="0"/>
                        <a:t>-15.9 %</a:t>
                      </a:r>
                      <a:endParaRPr lang="zh-CN" altLang="en-US" sz="1200" dirty="0"/>
                    </a:p>
                  </a:txBody>
                  <a:tcPr/>
                </a:tc>
                <a:tc>
                  <a:txBody>
                    <a:bodyPr/>
                    <a:lstStyle/>
                    <a:p>
                      <a:pPr algn="ctr"/>
                      <a:r>
                        <a:rPr lang="en-US" altLang="zh-CN" sz="1200" b="1" dirty="0"/>
                        <a:t>-17.1 %</a:t>
                      </a:r>
                      <a:endParaRPr lang="zh-CN" altLang="en-US" sz="1200" b="1" dirty="0"/>
                    </a:p>
                  </a:txBody>
                  <a:tcPr/>
                </a:tc>
                <a:tc>
                  <a:txBody>
                    <a:bodyPr/>
                    <a:lstStyle/>
                    <a:p>
                      <a:pPr algn="ctr"/>
                      <a:r>
                        <a:rPr lang="en-US" altLang="zh-CN" sz="1200" b="1"/>
                        <a:t>-16.7%</a:t>
                      </a:r>
                      <a:endParaRPr lang="zh-CN" altLang="en-US" sz="1200" b="1" dirty="0"/>
                    </a:p>
                  </a:txBody>
                  <a:tcPr/>
                </a:tc>
                <a:tc>
                  <a:txBody>
                    <a:bodyPr/>
                    <a:lstStyle/>
                    <a:p>
                      <a:pPr algn="ctr"/>
                      <a:r>
                        <a:rPr lang="en-US" altLang="zh-CN" sz="1200" b="0" dirty="0"/>
                        <a:t>-17.5 %</a:t>
                      </a:r>
                      <a:endParaRPr lang="zh-CN" altLang="en-US" sz="1200" b="0" dirty="0"/>
                    </a:p>
                  </a:txBody>
                  <a:tcPr/>
                </a:tc>
                <a:extLst>
                  <a:ext uri="{0D108BD9-81ED-4DB2-BD59-A6C34878D82A}">
                    <a16:rowId xmlns:a16="http://schemas.microsoft.com/office/drawing/2014/main" val="3915353720"/>
                  </a:ext>
                </a:extLst>
              </a:tr>
            </a:tbl>
          </a:graphicData>
        </a:graphic>
      </p:graphicFrame>
      <p:sp>
        <p:nvSpPr>
          <p:cNvPr id="4" name="文本框 3">
            <a:extLst>
              <a:ext uri="{FF2B5EF4-FFF2-40B4-BE49-F238E27FC236}">
                <a16:creationId xmlns:a16="http://schemas.microsoft.com/office/drawing/2014/main" id="{27A7F788-460D-E00E-A3BE-7C6386C5EA8C}"/>
              </a:ext>
            </a:extLst>
          </p:cNvPr>
          <p:cNvSpPr txBox="1"/>
          <p:nvPr/>
        </p:nvSpPr>
        <p:spPr>
          <a:xfrm>
            <a:off x="1403818" y="3006940"/>
            <a:ext cx="6046270" cy="738664"/>
          </a:xfrm>
          <a:prstGeom prst="rect">
            <a:avLst/>
          </a:prstGeom>
          <a:noFill/>
        </p:spPr>
        <p:txBody>
          <a:bodyPr wrap="square">
            <a:spAutoFit/>
          </a:bodyPr>
          <a:lstStyle/>
          <a:p>
            <a:r>
              <a:rPr lang="zh-CN" altLang="en-US" dirty="0"/>
              <a:t>• A2C/PPO recovered much more of the AAPL uptrend than DQN/DDQN.</a:t>
            </a:r>
          </a:p>
          <a:p>
            <a:endParaRPr lang="zh-CN" altLang="en-US" dirty="0"/>
          </a:p>
          <a:p>
            <a:r>
              <a:rPr lang="zh-CN" altLang="en-US" dirty="0"/>
              <a:t>• Similar drawdowns to buy-and-hold suggest limited downside-risk control.</a:t>
            </a:r>
          </a:p>
        </p:txBody>
      </p:sp>
    </p:spTree>
    <p:extLst>
      <p:ext uri="{BB962C8B-B14F-4D97-AF65-F5344CB8AC3E}">
        <p14:creationId xmlns:p14="http://schemas.microsoft.com/office/powerpoint/2010/main" val="1458819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22B1425C-5C85-C748-900E-3125A6B1230F}"/>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C81D9269-5C0F-5664-4C93-637DAD1271EB}"/>
              </a:ext>
            </a:extLst>
          </p:cNvPr>
          <p:cNvSpPr txBox="1">
            <a:spLocks noGrp="1"/>
          </p:cNvSpPr>
          <p:nvPr>
            <p:ph type="ctrTitle"/>
          </p:nvPr>
        </p:nvSpPr>
        <p:spPr>
          <a:xfrm>
            <a:off x="362457" y="1798182"/>
            <a:ext cx="5232000" cy="837600"/>
          </a:xfrm>
          <a:prstGeom prst="rect">
            <a:avLst/>
          </a:prstGeom>
          <a:noFill/>
          <a:ln>
            <a:noFill/>
          </a:ln>
          <a:effectLst>
            <a:outerShdw blurRad="50800" dist="76200" dir="2700000" algn="tl" rotWithShape="0">
              <a:srgbClr val="000000">
                <a:alpha val="40000"/>
              </a:srgbClr>
            </a:outerShdw>
          </a:effectLst>
        </p:spPr>
        <p:txBody>
          <a:bodyPr spcFirstLastPara="1" wrap="square" lIns="91425" tIns="45700" rIns="91425" bIns="45700" anchor="t" anchorCtr="0">
            <a:noAutofit/>
          </a:bodyPr>
          <a:lstStyle/>
          <a:p>
            <a:pPr lvl="0">
              <a:buSzPts val="2970"/>
            </a:pPr>
            <a:r>
              <a:rPr lang="en-US" altLang="zh-CN" sz="2770" dirty="0"/>
              <a:t>Thanks for your attention</a:t>
            </a:r>
            <a:endParaRPr sz="2770" dirty="0"/>
          </a:p>
        </p:txBody>
      </p:sp>
      <p:sp>
        <p:nvSpPr>
          <p:cNvPr id="138" name="Google Shape;138;p28">
            <a:extLst>
              <a:ext uri="{FF2B5EF4-FFF2-40B4-BE49-F238E27FC236}">
                <a16:creationId xmlns:a16="http://schemas.microsoft.com/office/drawing/2014/main" id="{D5CD1E93-7D39-82AB-E25E-A1CCA41D0BC6}"/>
              </a:ext>
            </a:extLst>
          </p:cNvPr>
          <p:cNvSpPr/>
          <p:nvPr/>
        </p:nvSpPr>
        <p:spPr>
          <a:xfrm>
            <a:off x="316857" y="1615588"/>
            <a:ext cx="45600" cy="837600"/>
          </a:xfrm>
          <a:prstGeom prst="rect">
            <a:avLst/>
          </a:prstGeom>
          <a:solidFill>
            <a:srgbClr val="ED7F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4" name="Google Shape;252;p44">
            <a:extLst>
              <a:ext uri="{FF2B5EF4-FFF2-40B4-BE49-F238E27FC236}">
                <a16:creationId xmlns:a16="http://schemas.microsoft.com/office/drawing/2014/main" id="{DC573FD9-881E-574F-56F2-3520166903D6}"/>
              </a:ext>
            </a:extLst>
          </p:cNvPr>
          <p:cNvSpPr txBox="1">
            <a:spLocks noGrp="1"/>
          </p:cNvSpPr>
          <p:nvPr>
            <p:ph type="subTitle" idx="1"/>
          </p:nvPr>
        </p:nvSpPr>
        <p:spPr>
          <a:xfrm>
            <a:off x="316857" y="2690313"/>
            <a:ext cx="5424612" cy="516300"/>
          </a:xfrm>
          <a:prstGeom prst="rect">
            <a:avLst/>
          </a:prstGeom>
          <a:noFill/>
          <a:ln>
            <a:noFill/>
          </a:ln>
        </p:spPr>
        <p:txBody>
          <a:bodyPr spcFirstLastPara="1" wrap="square" lIns="91425" tIns="45700" rIns="91425" bIns="45700" anchor="t" anchorCtr="0">
            <a:normAutofit/>
          </a:bodyPr>
          <a:lstStyle/>
          <a:p>
            <a:pPr marL="0" lvl="0" indent="0">
              <a:buSzPts val="1050"/>
            </a:pPr>
            <a:r>
              <a:rPr lang="zh-CN" sz="1400" dirty="0">
                <a:solidFill>
                  <a:schemeClr val="lt1"/>
                </a:solidFill>
              </a:rPr>
              <a:t>Presenter: </a:t>
            </a:r>
            <a:r>
              <a:rPr lang="en-US" altLang="zh-CN" sz="1400" dirty="0">
                <a:solidFill>
                  <a:schemeClr val="lt1"/>
                </a:solidFill>
              </a:rPr>
              <a:t>Yufan Zhu, </a:t>
            </a:r>
            <a:r>
              <a:rPr lang="en-US" altLang="zh-CN" sz="1400" dirty="0" err="1"/>
              <a:t>Rutwik</a:t>
            </a:r>
            <a:r>
              <a:rPr lang="en-US" altLang="zh-CN" sz="1400" dirty="0"/>
              <a:t> S. </a:t>
            </a:r>
            <a:r>
              <a:rPr lang="en-US" altLang="zh-CN" sz="1400" dirty="0" err="1"/>
              <a:t>Dharanappagoudar</a:t>
            </a:r>
            <a:r>
              <a:rPr lang="zh-CN" sz="1400" dirty="0">
                <a:solidFill>
                  <a:schemeClr val="lt1"/>
                </a:solidFill>
              </a:rPr>
              <a:t>, </a:t>
            </a:r>
            <a:r>
              <a:rPr lang="zh-CN" sz="1400" b="1" dirty="0">
                <a:solidFill>
                  <a:schemeClr val="lt1"/>
                </a:solidFill>
              </a:rPr>
              <a:t>Xin Fei</a:t>
            </a:r>
            <a:endParaRPr sz="1400" b="1" dirty="0">
              <a:solidFill>
                <a:schemeClr val="lt1"/>
              </a:solidFill>
            </a:endParaRPr>
          </a:p>
        </p:txBody>
      </p:sp>
    </p:spTree>
    <p:extLst>
      <p:ext uri="{BB962C8B-B14F-4D97-AF65-F5344CB8AC3E}">
        <p14:creationId xmlns:p14="http://schemas.microsoft.com/office/powerpoint/2010/main" val="44376799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708</Words>
  <Application>Microsoft Macintosh PowerPoint</Application>
  <PresentationFormat>全屏显示(16:9)</PresentationFormat>
  <Paragraphs>75</Paragraphs>
  <Slides>5</Slides>
  <Notes>5</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5</vt:i4>
      </vt:variant>
    </vt:vector>
  </HeadingPairs>
  <TitlesOfParts>
    <vt:vector size="10" baseType="lpstr">
      <vt:lpstr>Arial</vt:lpstr>
      <vt:lpstr>Calibri</vt:lpstr>
      <vt:lpstr>Wingdings</vt:lpstr>
      <vt:lpstr>Simple Light</vt:lpstr>
      <vt:lpstr>Office Theme</vt:lpstr>
      <vt:lpstr>Actor-Critic Methods for  Automated Stock Trading</vt:lpstr>
      <vt:lpstr>A2C Implementation</vt:lpstr>
      <vt:lpstr>PPO Implementation</vt:lpstr>
      <vt:lpstr>Results and Conclusion</vt:lpstr>
      <vt:lpstr>Thanks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Windows11</dc:creator>
  <cp:lastModifiedBy>Xin Fei</cp:lastModifiedBy>
  <cp:revision>4</cp:revision>
  <dcterms:modified xsi:type="dcterms:W3CDTF">2026-04-26T12:58:19Z</dcterms:modified>
</cp:coreProperties>
</file>